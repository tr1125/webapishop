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22:23:39.7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18239 1746 0,'17'0'32,"36"-17"14,71 17-30,34-36 0,142 1-1,35-18 17,-194 53-17,-52 0 1,-54 0-1,-17 0-15,70 35 32,-71-17-17,19 70 17,52 142-1,-53-89-16,18 159 17,-53-212-17,0-35 1,0-36 0,0 1-16,0 0 15,0-1 1,0 1-1,0-1-15,0 1 16,-18 0 0,-17 52-1,-18 18 1,53-35-16,-35 18 16</inkml:trace>
  <inkml:trace contextRef="#ctx0" brushRef="#br0" timeOffset="626.12">18433 2469 0,'0'0'32,"17"0"-17,-17 18 16,0 17 1,0 36-1,0 88 0,-17-71 0,-1-71-15,18 1-16</inkml:trace>
  <inkml:trace contextRef="#ctx0" brushRef="#br0" timeOffset="1482.33">17057 2011 0,'17'-18'31,"-17"1"-15,53-36 15,36 17-15,87 19 15,-70 17-15,-71 0-1,0 0 1,1 17 15,-36 19-15,35 87 15,0 1-15,18 52 15,-18-88-15,-35-70-16,53 105 31,-35-87-15,17 52 15,-35-71-16,18-17-15,-18 18 32,0 35-17,0-35 1</inkml:trace>
  <inkml:trace contextRef="#ctx0" brushRef="#br0" timeOffset="2878.22">17304 2963 0,'-36'0'62,"19"0"-31,-1 18 16,-35-18-31,-141 0 15,-53-35-15,106 17-1,35 0-15,106 1 0,-247-54 32,212 71-32,-159-106 31,124 36-16,52 52-15,-53-88 16,18 36 0,-17-124-1,35 17 1,35 142-16,-36-247 31,36 123 0,0 124 1,0 17-32,36 18 47,-19 0-32,36 35 16,0 18-15,141 36 0,-159-72-1,-17-17-15,0 18 16,-1 17-16,36-17 0,-18-1 31,-17 19-31,0-1 16,-18 36 15,0-54-15,0 1-16,0 52 15,0 1 1,0-53 0,-18 34-1,0-16 32,1-1-31,17-17 15,-18 17 0,1-17 16,-1-18-16</inkml:trace>
  <inkml:trace contextRef="#ctx0" brushRef="#br0" timeOffset="4106.71">14940 1676 0,'0'17'31,"0"19"1,0 17-17,0-1 1,-53 195 0,-35 89-1,-71 87 1,124-370-16,0 123 15,-53 18 1,70-88 0,18-141 77,-18-36-61,-17 1-17,-18-36 1,35 53-16,-35-18 16,-52-70-1,34 0 1,18 71-1,18 52-15,0-17 16,-18-1 0,0 1-1,53 17 1,-35 1-16,-18-1 31,35 18-15,-17-17-1,17 17 1,-35 0 15,35 17-15,18 18 15,0 1-15,-17-1-1,17 53 1,0 106 0,0 88-1,0-246-15,-18 52 16,18 18 0,-17-71-1,-1-35 16,-35-35 1,53 17-32,-35-17 31</inkml:trace>
  <inkml:trace contextRef="#ctx0" brushRef="#br0" timeOffset="4939.1">11889 2064 0,'0'0'0,"17"-18"16,1 18 15,0 0 1,87 0-1,72 18-16,-36 17 1,-71-17 0,19-1-1,-54 1 1,18 0 0,-36-1-1,1 1 1,-18-1-16,18 36 15,-1-17 1,19 70 0,34 88 15,-52-89 0,-18-16-15,0-72-16,0 18 31,0 18-15,0-17-1,0-19 1,0 1 0,-35 70 15,-1-70-16,36-1 1</inkml:trace>
  <inkml:trace contextRef="#ctx0" brushRef="#br0" timeOffset="5544.02">12083 2981 0,'17'0'109,"-17"35"-78,0-17-15,0 35 15,0-36-15,-17 19-1,17-19 17,-18-17-17</inkml:trace>
  <inkml:trace contextRef="#ctx0" brushRef="#br0" timeOffset="6364.75">11606 529 0,'0'0'0,"0"53"15,-17-35 1,-54 140 0,-70 107 15,35-36-16,106-193 1,-317 528 0,70-105 15,159-336-15,-71 142-1,141-265 1,-123 247-1,0-36 17,123-122-32,1-37 15,-1-34-15,-17 88 16,17-88 0,1-18 15,-1 0 0,18-18-15</inkml:trace>
  <inkml:trace contextRef="#ctx0" brushRef="#br0" timeOffset="7668.05">8872 2187 0,'18'0'31,"0"0"16,17 0-16,-17 0-15,-1 0 0,1 0-1,-1 18 1,36-18 0,-53 17-1,36 19 1,17-1 15,-53-17-15,70 70 15,-35-18-15,-35-52-1,18 17 1,-18-17-16,18 0 15,-1-1 1,-17 1 0,18 35-1,-18-36 17,0 19-17,0-19 16,-18 1-15,1-18 0,-1 0-1,-17 0 17,17 0-17,-17 0 1,0-18-1,17 18 1,-17 0 0,17-17-1,-17 17 1,35-18-16,-36 18 31,19-18-31,-18 18 31,-18-17 1,53-18-17,-18 35 1</inkml:trace>
  <inkml:trace contextRef="#ctx0" brushRef="#br0" timeOffset="8656.93">8572 2152 0,'0'18'0,"-17"-1"31,-1 18-15,1-17-16,-1 0 15,0-1 1,18 1 0,-70 106-1,34-36 1,-87 229 15,52-87-15,19-19 15,16-87-15,19-107-1,-19 36 1,19-53 15,-19 0-15,-34 0-1,17 0 1,-176 18 0,211-18-1,-123 0 1</inkml:trace>
  <inkml:trace contextRef="#ctx0" brushRef="#br0" timeOffset="9211.04">7479 2064 0,'0'35'62,"0"0"-46,0 71 15,0-88-15</inkml:trace>
  <inkml:trace contextRef="#ctx0" brushRef="#br0" timeOffset="10343.94">6262 2311 0,'0'-18'16,"0"36"-16,0-54 0,0 1 15,17-18 1,1 53 15,0-17-15,52 34 15,-34-17-15,16 35-1,54 18 1,-88-35 0,17 17-1,-17 18 17,-18-17-17,0 16 1,0-16-1,-18 34 1,1-34 0,-19-1-1,36-18 1,0 1 0,-17 0-1,-19-18 16,19 0 1,-1 0-17,0 0-15,1 0 16,-54-36 0,18-16-1,18-1 1,-35-36-1,34 54 1,19 18 0,17-19-1,0-17 17,0 36-17,17-1 16,-17 0-15,18 1 0</inkml:trace>
  <inkml:trace contextRef="#ctx0" brushRef="#br0" timeOffset="11166.49">4833 2205 0,'0'0'0,"-18"0"16,18-18 15,0 1-15,18 17 15,0 0-15,17 0-1,0 0 1,18 0 0,35 17-1,-52 1-15,122 70 31,-105-70-15,0 17 0,-18 53-1,-17-53 1,-18 1 0,0 17-1,0-18 1,0-17-16,0 17 31,0 18 0,0-36-15,0 1 0,0 35 15</inkml:trace>
  <inkml:trace contextRef="#ctx0" brushRef="#br0" timeOffset="11775.27">5151 2681 0,'0'0'0,"0"18"16,-18-18-16,0 17 16,18 1-1,-17-18 17,-1 0-17,0 18 16,18 17-15,-17-17 15,-1 17-15,18 0 15</inkml:trace>
  <inkml:trace contextRef="#ctx0" brushRef="#br0" timeOffset="16169.85">24271 5274 0,'-70'18'15,"52"-18"-15,-88 17 32,-106-17-17,177 0-15,-494 71 32,-35-18-17,246-18 1,-282 106-1,-17-53 1,352-70 0,142 0-16,-177 35 15,-106-36 1,-123-17 15,247 0-15,-71-53-1,0 53 32,230 0-31,70 0-16,-212 0 16,248 0-1,-54 0 1,-140-53-1,193 53 17,-35-35-1,0 35-15,53 35 30,0 1-30,35 34 15,-35 336 1,36-124-17,-1 582 1,-17-775-1,17 563 1,-35-564 0,88 406-1,-70-264 17,-18-54-17,0-53-15,0 283 16,0-335-1,0 370 1,17-36 15,1-52 1,0-265-17,-18-17-15,35 282 16,-35-300-1,70 282 1,-52-53 15,-18-264-15,0 176 0,0 17 15,0-70-16,-18 18 17,-17-106-17,35-18 1,-18 1 0,18-19 15,-17 71-16,-36 195 17,35-160-17,18-105-15,-35 88 32,35-71-17</inkml:trace>
  <inkml:trace contextRef="#ctx0" brushRef="#br0" timeOffset="18697.14">24377 5450 0,'0'36'16,"-18"17"-1,1 52 1,17 1 0,0 194-1,17 53 1,19 53-1,-1-89 1,71 230 0,-18-88-1,-70-354-15,158 566 32,-141-389-17,-17 159 16,35-177-15,-36-87 0,54 228 15,-1-175-15,-70-177-1,-35 229 235,-18-70-234,36-107-16,-1 72 15,-35 52 1,53-70 0,0-71-16,-18 159 31,1-141-15,17-71-16,0 36 15,-18 105 1,1-123-16,-1 106 31,-53 52-15,36-34-1,35-160-15,-18 107 16,-17-1 0,18-70-1,17-17 1,-18-36-16,0 17 31,1-17 0,-1 0-15,0 0 0,1 0-1,-142 71 16,-53-36-15,-141 0 0,159-17-1,71-18-15,-89 0 16,-176-35 0,177 17-1,-177-17 1,52-18-1,319 53-15,17-18 0,-300 1 16,300-1-16,-71 18 0,36 0 0,-212-53 31,-70 35-15,264 18-16,-106 0 16,-353 0 15,354 0-16,69-17-15,-369-54 32,176 18-1,141 0-15,123 36-16,-282-54 31,106 36-16,71 0 1,87 35-16,-34 0 31,17 0-15,35 0-16,18-18 16,0 0-1,18 1 16</inkml:trace>
  <inkml:trace contextRef="#ctx0" brushRef="#br0" timeOffset="23268.85">14658 5609 0,'-18'0'16,"1"0"15,-107 0-15,89-17-16,-459-72 31,247 54-15,-159 0-1,301 35-15,-284-53 16,107 53-1,-265 53 1,142-53 0,175 0-1,-17 0 1,71 0 0,53-18-1,105 18-15,-17 0 0,-159 0 31,0 0-15,17 0 15,19 0-15,69 0 0,-105 18-1,159-18-15,-124 17 16,1-17-1,-178-53 17,19-52-1,282 87-31,-71 0 16,53 1-1,-35-19 16,52 36-15,19 18 15,17 35 1,0-35-17,0 17 1,0 0-1,0-17 1,0 105 0,0-105-16,-88 211 31,70-70 0,-17-18-15,35-17-1,-36 17 1,1 123 0,17-70-1,18 141 1,0-317-16,36 458 31,-1-123-15,-35-300-16,35 194 15,1 159 1,16 317 0,19 176 15,88-546-15,-106-265-1,-177 389 220,54-301-220,-71 389 16,88-371 1,35 17-17,18-70 17,0-70-1,-18-36-16,1-17-15,17 88 16,0-53 0,-18 35 15,18-71 0,0 1 0,0 0 1,0 70-1,0-71-15,18 54-1,-18-53 1,17 88-1,-17-36 17,0-52-17,18-1 1,-18 1 15,18 0-15,35 35 15,-1-18-15,90 35-1,122 1 17,-105-53-17,-141-18 1,317 17-1,-194 1 1,-88-18-16,335 0 16,-229 0-16,-71 0 15,582-18 1,-423 18 0,-71-17-16,442-36 31,-301 35-16,-140 18 1,122-53 0,-105 35-1,-88-17 1,-70 35-16,-1-17 16,159 17-1,-124-18 1,1 18-1,52 0 1,-17-18 0,-88 18-16,158 0 31,-70 0-15,0 0-1,0 0 1,88 0 15,-106 0-15,-70 0-16,88 0 31,-54 0-15,19 0 15,-53 0-16,-1 0 1,1 0 15,-18-17-15,53-1 0,-53-17-1,0 17 1,0-282 15,-53-599-15,53 528-1,0 283-15,-18-776 16,18 335 15,0 405-15,53-158-1,-35 158-15,-1 107 16,107-583 0,-89 512-1,36-159-15,-54 176 0,160-546 16,-107 194 0,-70 387-1,53-458 1,-141 371 218,-71-89-218,106 106-16,-35 1 31,71 69-15,-1 19-1,-70-160 1,0-52 0,-1 35-1,72 159 1,17 17-1,35-17 17,-35-18-17,0 35 1,0-88 0,0 89-1,0-1 1,-18 18 31,36 0 31,0 0-63,-18 18-15,17-18 47,1 0-31</inkml:trace>
  <inkml:trace contextRef="#ctx0" brushRef="#br0" timeOffset="25045.27">23001 8996 0,'-18'-35'31,"1"-1"-15,-1-105 15,-35-71-15,53 195-1,-35-212 1,17 158-16,18 53 15,0-87 1,0 69 0,0-105-1,53-18 1,-35 89 0,-18 52-16,18-17 15,-1 0 1,1 35 15,-1 0-15,1-18-1,70-35 1,-17 18 0,35-18-1,-89 53-15,124-53 31,-70 53-15,-36 0 15,-35 18-15,0-1 15,0 1 0</inkml:trace>
  <inkml:trace contextRef="#ctx0" brushRef="#br0" timeOffset="25854.74">22225 8114 0,'18'18'47,"-18"-1"-32,0 36 16,0 35-15,0 36 15,0-36-15,0 35 15,0-105-15,0 0-16,0 17 31,0-17-15,0-1 15,0 1-15,0 0 15,-18-18 16,0 0-32</inkml:trace>
  <inkml:trace contextRef="#ctx0" brushRef="#br0" timeOffset="27436.31">21608 8273 0,'0'17'15,"0"19"32,17-1-16,-17-18-15,18 19 0,-18 17 15,0-36-15,0 19 15,18-19-16,-18 1 17,-18-18 155,-35 0-171,18 0-1,-71 0 1,53 0 0,-53 0-1,36 0 1,34 0 0,19 0 15,-19 0-16,19 0 1,-19 53 0,19-36-16,-18 19 15,-18 52 17,35-53-17,18-17 1,0-1 15,0 1-15,53 0 15,0-1-15,106 89 15,-54-53-16,-69-35 1,70 52 0,-54-52-1,1 0 1,-35-1-16,0-17 0,-1 0 31,1 0-15,0 0 15,-18-17-15,0-1 31,-18-17-16,0-1-16,1 36 1</inkml:trace>
  <inkml:trace contextRef="#ctx0" brushRef="#br0" timeOffset="28062.79">20814 8326 0,'0'17'47,"0"36"-16,0-35-15,0 17-1,0-17 1,0 35 0,0-18 15,0-18-15,-18 19 15,18-19-16,0 1 1</inkml:trace>
  <inkml:trace contextRef="#ctx0" brushRef="#br0" timeOffset="28677.91">20496 8290 0,'0'18'31,"0"0"-15,0 34 0,0-16-1,-35 246 1,17-264 0,-34 387-1,-1-175 1,-18 158 15,18-194-15,36-106-1,-19 0 1,36-70 0</inkml:trace>
  <inkml:trace contextRef="#ctx0" brushRef="#br0" timeOffset="30777.6">13335 8449 0,'18'0'15,"17"18"17,-17-18-17,-1 0 1,1 0-1,-1 0 1,1 0 0,53 17-1,-54-17-15,36 36 16,0-36 0,-35 0-1,17 17 1,0 1 15,-35-1-15,53 19 15,-53-19-15,0 19 15,0-19-16,0 19 1,0-1 15,-35 0 1,0 18-1,17-35-16,18 35 17,-35-36-1,17 1-31,0 0 31,1-1 0,17 1-15</inkml:trace>
  <inkml:trace contextRef="#ctx0" brushRef="#br0" timeOffset="32170.87">12982 8361 0,'0'0'0,"-17"17"32,-1 1-17,0-18 1,1 35 15,17 1-15,0-19-1,0 1 1,0 0 0,0-1 15,0 1-15,0 17-1,17-17 1,1-1 15,-18 19-15,0-19-1,0 19 17,0-19 14,-18-17 1,1 0-31,-1 0 0,-17-35-1,35 17-15,-53 18 16,0 0-1,18 0-15,-36 0 16,1 0 15,17 53-15,35-53 31,18 18-32,-53 35 17,53-18-32,0-17 0,-53 70 15,18 0 17,35-53-1,0 18 0,17-35 0,1 0-15,35 17-16,-18-18 16,-35 19-16,53-19 0,-17 1 15,-1 17-15,141 36 16,-158-53-1,105 34 1,-70-34 0,-35-18-1,-1 0 1,1 0 0</inkml:trace>
  <inkml:trace contextRef="#ctx0" brushRef="#br0" timeOffset="32662.05">12312 8661 0,'0'35'16,"0"-17"15,0 17-15,0-17 0,0-1 15</inkml:trace>
  <inkml:trace contextRef="#ctx0" brushRef="#br0" timeOffset="33937.22">11765 8678 0,'18'0'0,"-1"0"16,19 18 15,-19 0-15,1-1-1,0 19 1,-1-36 0,1 17-1,0 18 1,-18-17 31,0 35-32,0-35 17,0 17-17,-18-17 32,18 17-31,-18-35-1,1 0 32,-1 0-31,-35 0 0,53-18-1,-53-17 16,53 17-15,-18 18 0,1-35-1,17 17 1,0 1 0,0-19-1,0 19 1,0-1-1,0 1 1,0-19 0,0 19-1,0-1-15,0 0 32,0 1 14,0-1-30</inkml:trace>
  <inkml:trace contextRef="#ctx0" brushRef="#br0" timeOffset="34811.15">11518 8872 0,'-17'0'32,"-1"0"-1,0 0 16,-17 0-32,-18 0 17,-35 18-17,17-18 1,-35-18 0,-52-17-1,34-18 1,107 53-16,-54-35 15,-35-36 1,36 1 0,-1-54 15,36 1-15,0-1-1,-1 36 1,1 18-1,35-1 1,-18-17 0,18 53-1,0-18 1,18 0 0,0 53-1,-18-18-15,17 0 16,19-17-1,-19 35 1</inkml:trace>
  <inkml:trace contextRef="#ctx0" brushRef="#br0" timeOffset="36043.99">9772 8608 0,'0'-18'31,"18"18"16,-1-18-32,18 18 1,1 0 0,-1 0-1,18 0 1,-18 0 0,18 0-1,-35 18 1,35 0-1,-36 35 17,1-36-17,0 1 1,-1 0 0,-17-1-1,0 36 16,0-35 1,0 17-17,0 0 17,0 1 14,0-19-14,-17-17-1,17 18 0</inkml:trace>
  <inkml:trace contextRef="#ctx0" brushRef="#br0" timeOffset="40345.68">6720 7479 0,'-17'0'31,"-1"0"-15,-70-18-1,-36-35 1,1 18-16,52 17 0,-581-158 31,334 141-15,160 17-16,87 0 0,-141 18 15,-52 0 1,-230 0 15,212 0-15,52 18-1,72-18 1,-142 0 0,17 0-1,-316 0 17,334 0-17,142 0 1,-36-18-1,35 1 1,36 17 0,35 0-16,0-18 15,-105 18 1,17 0 0,70 0-16,36 0 0,-230-17 31,124-19 0,159 36 32,-1 0-48,1 18-15,17 0 16,1-1-1,-19 1 1,1-18-16,105 141 31,-70 53-15,88 71 15,-88-89-15,-53-141-16,71 159 31,-54-123-15,-17-36-16,18 53 31,-18-70-15,0 0 15,0-1-16,0 1 17,0-1-17,-18 19 17,18-19-1,-17 1-16,17 17 32,-35 36-31,17-36 0,18 18 15,0 35-16,0 36 17,0-36-17,88 0 17,53 18-17,36-36 1,105-17-1,-229-35-15,370 0 32,-88-18-17,-264 0-15,317 0 32,-88 0-17,-212 0 1,176 0-1,-87 0 1,87 0 15,54 0 1,-300 0-32,281 0 15,-34-18 16,-194 18-15,140-53 0,-176 53-1,142 0 17,35 0-17,-177 0 1,212-18-1,-212 18-15,194 0 32,-193 0-17,-1 0-15,106 0 16,-35 0 15,0-35 0,-71 35-15,247-17 0,-264 17-1,193 0 1,-158-18 0,-35 18-1,70-35 1,-70 17-1,0 0 1,-18 1 15,0-54 1,0 36-17,-18-89 1,18 89-1,0-124 1,0 142 0,0-89-1,0 18 17,0 70-17,0 0-15,18-140 16,17 52 15,-35 71-15,0-1-1,0 19 1,0-72 0,0 72-1,-18-177 1,-52 35 15,-36-35 0,88 176-15,-35-70 0,36 71 15,-36-1 0,-36 18 0,37 0 1,-19 0-1,18 0 0,18 0 0</inkml:trace>
  <inkml:trace contextRef="#ctx0" brushRef="#br0" timeOffset="41684.01">6544 8202 0,'0'0'0,"18"0"31,35 0 1,-18 0-17,18 0 16,-18 0-15,-17 0 0,17 0-1,-17 18 17,-18-1-17,0 1 32,0 0-31,0-1-1,-18 19 1,18-19 0,-18 1 15,1-18-16,17 17-15,-53-17 32,53 18-17,-36-18 1,36 18 0,-52-18 15,34 0-16,0 0 1,1 0 15,-1 0 1,18-18-17</inkml:trace>
  <inkml:trace contextRef="#ctx0" brushRef="#br0" timeOffset="42313.27">6350 8237 0,'-18'0'63,"18"36"-48,0-1 1,-70 106-1,70-106 1,0-17 0,-35 0-16,17-1 31,0-17 47,1 0-47,-36 0 1,0 0-17,35 0-15,-17 0 16,17 0-1,-17 0 1</inkml:trace>
  <inkml:trace contextRef="#ctx0" brushRef="#br0" timeOffset="42808.59">5997 8273 0,'0'17'140</inkml:trace>
  <inkml:trace contextRef="#ctx0" brushRef="#br0" timeOffset="44010.5">5397 8255 0,'18'0'47,"17"0"-16,1 0 0,-1 0 1,0 0 15,-17 35-32,0-17 16,-1 0 1,1-18-1,-18 17-15,17 1-1,-17-1 16,0 1 1,0 0-1,0-1-15,-17-17-1,-18 0 16,17 0-15,-35 0 15,53-17-15,-18-19 15,1 36-15,17-17-1,0-1 1,-18 18 0,0-17-1,1-19 17,17 19-1,0-1 0,17 0 0,1 1-15,0 17 0</inkml:trace>
  <inkml:trace contextRef="#ctx0" brushRef="#br0" timeOffset="45033.07">5009 8220 0,'18'0'31,"0"0"-15,-1 35 15,19-17 0,-19-1-15,1 1 15,0-18 0,-18 18-15,35-1 0,-35 1 15,0-1-15,0 1 15,0 0 0,0 17 0,-18 0 1,18-17-17,-17 0 1</inkml:trace>
  <inkml:trace contextRef="#ctx0" brushRef="#br0" timeOffset="45786.36">5009 8431 0,'-17'0'15,"-1"0"16,18 18 48,0 0-33,0-1-30,0 1 15,0 0-15,0-1 15</inkml:trace>
  <inkml:trace contextRef="#ctx0" brushRef="#br0" timeOffset="46759.95">4357 7620 0,'-18'18'16,"-17"-1"15,35 1-16,0 0 1,-18-18 0,18 17-1,0 1 1,0-1 0,0 19-1,0-1 1,0 18 15,0 0-15,0 17-1,0-34-15,-17-19 0,-19 36 32,36 0-17,0-18 16,0 1-15,0-19 15</inkml:trace>
  <inkml:trace contextRef="#ctx0" brushRef="#br0" timeOffset="47822.53">4198 7532 0,'0'0'15,"-35"35"16,35 36 1,-36-54-17,36 19 1,-17 16 15,17-16 0,0-1 1,0 18 15,0-35-47,0 17 31,0 35 0,0-52-15,0 0-1,0 17 1,0 0-16,-35 71 31,17-88-15,18 52-1,-18-52 1,-17 35 15,35-71 63</inkml:trace>
  <inkml:trace contextRef="#ctx0" brushRef="#br0" timeOffset="48684">3933 8026 0,'-17'0'47,"-1"0"15,-17 17-46,17-17 0,1 0-1,17 18 32,-18-18-31,0 0-1,1 18 1,17-1 15,0 19 1,0-19-1,0 18 0,17-35 0,1 0-15,0 0 0,-1 0-1,36 53 16,-35-53-15,17 0 15,-35 18-15,18-18 0,-1 0 15</inkml:trace>
  <inkml:trace contextRef="#ctx0" brushRef="#br0" timeOffset="49643.85">3687 7867 0,'-18'0'31,"0"0"-15,18 18 15,0 17-16,0 18 17,0-36-17,0 19 1,0-19 0,0 1-16,0 35 31,0-18 0,0-17-15,0-1-1,0 36 17,0-35-17,0 0 1,0-1 31,0 1-32,0 0 1</inkml:trace>
  <inkml:trace contextRef="#ctx0" brushRef="#br0" timeOffset="50546.45">2875 7990 0,'0'0'0,"18"0"63,-1 0-48,19 0 17,-19 0-17,19 18 16,-1-18-15,-17 0-16,-1 18 31,1 17 1,-18-17-32,17 17 31,-17-17-16,0-1 1,0 18 0,18-17-1,-18 0 1,0-1 15,0 1 0,0 0-15,0-1 15</inkml:trace>
  <inkml:trace contextRef="#ctx0" brushRef="#br0" timeOffset="51345.33">2928 7973 0,'0'17'78,"0"19"-62,0-1-1,0 0 1,0 1 0,0 16 15,0-16 0,0-1 0,0-17-15,0 17 31</inkml:trace>
  <inkml:trace contextRef="#ctx0" brushRef="#br0" timeOffset="52936.3">2928 8308 0,'-35'0'219,"17"0"-188,0 0-15,1-18-1,-1 1 32,1 17-31,-1-18-1,18 0 17,-18 18-17,1 0-15,-1-17 16,-17-1-1,-18-17 1,0 35 0,0-18 15,53 1-15,-35 17-1,17-18 16,18-17-15,0-36 15,0 53-15,0-17 0,0 17-1,0-17 1,0 18-1,18-19 17,-18 19-17,35-36 17,-17 53-17,-1-36 1,1 36-1,0-17 17,-1 17-17,1 0 17,-18 17 14,0 1-30,0 35 15,-18-53-15,1 18 0,17-1-1,-18 19 1,0-36-1,18 17-15,0 1 16,-17 17 0,-1-35-1,0 18 1,18-1 15,-35-17-15,17 18 15,1 0-15,17-1-16,-18 1 31</inkml:trace>
  <inkml:trace contextRef="#ctx0" brushRef="#br0" timeOffset="54495.93">2170 7849 0,'17'0'63,"36"0"-32,-35 0-16,-1 0 1,19 0 0,17 18 15,-53 0-15,17-18-1,19 0 1,-36 35 15,17-35-15,1 17-16,-18 1 47,35-18-32,-35 18 1,0-1-1,0 1 32,0 0-31,0-1 0,-18 19-1,18-19 16,-17 1-15,-1-18 0,1 0-1,-1 0 32,0 0-31,18-18 15,-35 18-15,17 0 15,1 0 0,-1 0-15,0 0-16,1 0 47,-1 0-32,0 0 17,18 18 46,0 0-63,0-1 1,0 18 0,0-17 15,0 0-16,0-1 32,0 1-31,-17-18 31</inkml:trace>
  <inkml:trace contextRef="#ctx0" brushRef="#br0" timeOffset="55231.38">2011 7849 0,'0'0'16,"0"18"0,0 0-1,0 17 1,0-18-1,0 1 1,0 17 15,0-17-15,0 35 15,0-35 0,0-1 1</inkml:trace>
  <inkml:trace contextRef="#ctx0" brushRef="#br0" timeOffset="56213.89">1870 7796 0,'0'18'47,"0"17"-16,0 1-15,0 69 15,-53 19-15,53-89-16,-88 318 31,17-194-15,71-106-16,-71 211 31,19-105-15,34-36 15,36-123 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22:25:24.0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758 1746 0,'0'0'0,"0"-17"47,0-1-16,18 18 16,0 0-31,35 0 15,0 0 0,-18 0-15,35 18 15,-34-1-15,-19-17-16,107 18 31,-54 35-15,-52-53-16,141 35 31,-124-17-16,-17-18-15,87 0 32,-87 0-17,0 17 1,17-17 0,0 18-1,-17-18 1,53 0-1,-19 35 1,1-35 0,18 0 15,-53 0-15,17 0-1,0 0 1,0 0 15,-17 0-15,0 0 15,-1 0-15,1-17-1,0 17 1,-1 0 15,-17 17 47,18-17-62,-18 18-1,35 0 1,-35-1-16,18 18 16,88 71 15,-89-53-15,54 53 15,-54-18 0,1-52-15,17 34 15,18 18 0,-17-35-15,-19-53-1,18 35 1,18-17 15,-53 17-15,36-35 0,-19 18-1,19 17 1,-19-17-1,36 105 1,-35-70 0,-1 18-16,-17-53 0,71 176 31,-71-124-15,18-17-1,-1 70 1,36 19 15,-35-72-15,-18-17-16,0-35 15,53 140 1,-36-34 0,1-71-16,-18 141 31,35 53-16,-35-106 1,0 124 0,-35-19-1,35-104 1,0-19 0,0 36-1,0-89 1,0-17-1,0 0 1,-71 335 234,19-158-234,16-72-16,-17 177 31,18-193-15,35 87 15,-18-123-16,18-71-15,0-17 0,0 105 32,0 36-17,0 0 1,0-36 0,0-35-1,0 159 16,0-176-31,0-36 0,-17 124 32,17-71-17,-18-17 1,18-1 0,0-35-16,0 1 15,-35 87 1,35-52-1,0 34 1,0-87-16,0 106 16,0-71-1,0-18-15,0-18 0,0 72 32,0-36-1,0 17-16,0-52-15,-18 17 16,18 106 0,-35 18-1,17 53 1,1-71-16,-1-88 0,-70 564 31,35-370-15,35-53-1,18-124 1,0 19 250,0 69-251,0 36 17,0-105-17,36 105 16,-36-106-15,0 35 15,0-52-15,0-18 15,0-36 0,-18 19-15,18-19 15,0 1-15,-35 123 15,17 0-15,-17 177 15,17-195-15,-17 1-1,0-36 1,35-53 0,-18 18-1,18-88 79,-18 17-78,1 0-1,17 1 1,-36-1-1,19 1 1,-1-19 0,-17 19-1,-1-1 1,19 0 0,-18 18-16,17 0 0,-158 0 31,-18 0-16,35 0 1,53 0 0,-53 0-1,106 0 1,-17 0-16,52 0 0,-123 0 31,70 0-15,36 0-16,17 0 0,-105 0 31,88 0-15,-71-17-1,35 17 1,1-18 0,-18 18-1,35 0 1,0 0-1,35 0 1,-35 0 0,36 0 15,17-18 94,17 1-94</inkml:trace>
  <inkml:trace contextRef="#ctx0" brushRef="#br0" timeOffset="2925.86">776 1905 0,'18'0'31,"-18"18"-15,0-1-16,0 54 31,0-1-16,0 1 1,0-1 0,0-34-16,0-1 0,17 441 31,-17-211-15,36-142-16,-19 177 31,-17-247-16,0 18 1,0-36 0,0-17-16,0-1 15,-53 213 204,-17 263-203,35-87-1,-18-229 1,53-72-16,0-52 0,0 247 31,17-176-15,36 87-1,18 124 17,-54-158-17,1-160-15,-18 72 16,0 34 0,0-88-1,-18-35 1,-123 494 187,53-123-187,0 175-1,53-334 1,17-106-16,-17 300 31,70-265-15,-17 18-1,-1-124-15,1 71 16,-18-53-16,0-36 0,0 213 31,18-125-15,-1-34-1,-17-18 1,0 0 15,-17-53-15,17 70 203,-89 618-204,19-300 1,-36 247 0,88-335-1,18-141 1,0-124-16,0 18 15,-17 53 1,17-71-16,0 89 31,0-71-15,0 52 0,0-16-1,0-36 1,0 52-1,0 54 1,0-106 0,0 88-1,17-17 1,-17-36 0,0-53-16,0 18 31,0-18-31,0-17 15,18-18 48,-18-35-47,35-1 15,-35 19-16,0-19 1,18 36 0</inkml:trace>
  <inkml:trace contextRef="#ctx0" brushRef="#br0" timeOffset="11010.01">8431 15787 0,'0'17'78,"36"-17"-46,-1 18-17,18-18-15,211 35 16,-140-17-16,-71-18 15,529 53 1,-265-18 0,89 0-1,-141-17 1,-54-18 0,142 53-1,-212-35 1,177-1-1,-54 1 1,-87-18 0,-107 18-1,-34-18-15,387 52 16,-229-34 0,-106 0-1,-17-18-15,123 17 16,-141-17-1,-36 0-15,160 0 16,-124-17 0,52-1 218,-34 0-218,370 18-1,35 0 17,-370-17-17,-35 17-15,299-18 16,-335 18-1,424-17 1,-424 17 0,212-18-1,-88 0 1,335-52 15,-388 52-31,-54 18 0,478-53 16,-72 36 15,195 34 0,-406-17-15,282 0 0,-476 0-1,441 0 1,-459 0-1,335-35 1,-299 17 0,-36-17-16,36 0 15,35 35 220,17 0-220,-35 0-15,-52 0 0,228 0 32,-123 17-17,-52 1 1,210 17-1,-228-35-15,88 18 16,88-18 0,-177 0-16,265 0 31,-141 0-15,-70 0-1,88-18 1,-89 18-1,36-17 1,-106-1 0,229 18-1,-159 0 17,-87 0-17,140 0 1,-53 0-1,-70 0 1,18 0 0,-53 0-1,70 0 1,18 0 0,-71 0-1,35 0 1,124 0 15,53 18 0,-229-18-31,0 0 0,105 17 32,-88 1-17,89 0 16,-71 17-15,17-18 0,-17 1-1,0-18 1,18 35 0,-1-35 15,-34 18-16,-1-18 17,-17 0-17,-1 0 1,1 0 0,35 0-1,35 0 1,-53 0-16,0-18 0,36 1 31,-71 34 219,-18 89-234,18-35-1,0-18 1,0 17 0,0 89-1,0 17 16,0-105-15,0-53-16,18 123 31,0-18-15,-1-35 15,-17-35-15,18 0-1,0-18 1,-18-17-16,17 35 31,-17-35 1,18 35-17,-18-1 16,35-34-15,-35 35 15,0-35 1,0 17-1,0-17-16,0 35 17,0-1-17,0-34-15,18 141 32,-18-89-17,0 19 1,0-37-1,0-34 1,0 0 0,-35-18 31,-142-18 203,-52-35-235,105 36-15,54 17 0,-548-18 31,371 18-15,106 18-16,-17-1 16,-19 1-1,18-1 1,54-17-16,16 18 16,-299-18 15,300 0-16,18 0 1,34 0-16,1 0 16,-71-18-1,53 1 1,-141-1 0,88 1-1,1-1 1,-142 0-1,159 18 1,-142 0 0,54 0-1,70 0 1,-53 0 0,106 0-16,-35 0 15,-247 0 16,194-35-15,53 17 0,35-35-1,-88 36 235,-759-1-218,371 1-17,211-1 1,-52 0-1,194 18 1,-142-17 0,71 17-1,-53 0 17,142-18-17,-19 0 1,-105-17 15,176 17-15,-17-17-1,-54 0 1,71 17 0,-317-35 15,211 53-16,124 0 1,-141 18 0,35 0-1,-53-1 1,18 19 0,-89-1-1,124-18 1,53-17-1,-265 18 17,36 0-17,317-18 1,-265 35 0,283-35-1,-476 35 16,-71-17 1,546-18-32,-352-35 31,-88-36-15,158 18 15,266 53 0,-178 0 235,72 0-251,122 18-15,-105-18 0,88 0 16,-106 0-16,89 0 0,-54-18 16,-317-70-1,389 88 1,-37-35 15,72-1-31,-36 36 0,-88-35 31,70 17 1,53 18-32,-34 0 0,34 0 0,0 0 15,1 0-15,-19 0 0,-140 0 31,141 0-15,17 0-16,-88 0 16,71 0-1,-36 0 17,18 0-17,36 0 1,-54 0-1,54 0-15,-1 0 16,0 0 0,1 0-1,17-17 1,0-1 0,0 1 15,0-1-16,0 0 1,17-35 0,-17 18-16,36-53 15,17 0 1,-18-18 15,-18 71-15,-17-1-16,18 19 0,17-124 31,1 70-15,17-35-1,-18 18 1,-35 70-16,18 1 16,34-54-1,-52 54-15,18-19 16,17-34-1,-35 52-15,36-35 32,-36 35-17,0 1-15,17-18 32,-17 17-17,18 0-15,17-105 31,-17 105-15,-1-35 0,1 0-1,-18 36 17,0-1-17,0 0 1,0 1 31</inkml:trace>
  <inkml:trace contextRef="#ctx0" brushRef="#br0" timeOffset="18436.03">30586 1023 0,'-35'18'0,"35"17"32,-18-35-17,18 18 16,0-1-15,53-17 31,0 0-31,176 0-1,141 0 1,-52-17-1,-177-1 1,0 18 0,-53 0-1,36 0 17,-107 0-17,19 0 1,-19 0-1,19 0-15,17 0 16,-36 0-16,19 0 16,-1 0-1,0 18-15,18-18 32,35 35-1,-53-35 0,1 18 0,-19-18-15,-17 52 250,18 284-251,53 175 16,-54-405-15,177 511 31,141 389 15,-264-742-46,-18-17 0,-18-106-1,-35-123-15,0 0 32,0-54-17,0 1 1,-35 141 187,-142 4921 969,195-5045-1172,53-70 31,-18-18-15,-36 71-1,36-159 1,-35 106-16,-1 35 0,72-370 31,-89 317-15,0 70-16,0 1 31,-18 35 78,0 0-93,-35 35 15,36-17-15,-1 0-16,-70 88 31,35-36-15,35-35-16,1-35 15,-19 53-15,-493 547 172,494-565-156,0-17 0,-53 17-1,-1-17 1,-122 17 15,140-17-15,-70 35-1,0-36 1,70-17 15,-17 0-15,35 0-1,-35-17 1,-35-36 0,70 35-1,-71-52 1,36 52 0,17-17-1,19-1 1,-1 36-1,-18-35 17,36 35-17,-1-18 1,36 1 78,0-1-47,0 1-32,0-1 1,0-35 15,-17-35-15,-1-71-1,18-158 1,-17-124 15,-1 282-15,18-53-1,0 71 1,0 18 0,0 70-1,0 35 1,0-317 234,0-282-234,-18-283 15,18 600-16,53-141 17,0 212-17,18-36 17,-71 212-17,17-88 1,-17-53-1,0 88 1,0-194 15,0 142-15,0-1 0,18 36-1,-18-54 1,88-528 390,-88 599-390,-35-18-1,35 18 1,-18 71 0,18-35-1,0 52 1,0 0-1,0 1 17,0-1-17,-17 18 110,17-53 313,0 35-423,0 1 48,-18 34 31</inkml:trace>
  <inkml:trace contextRef="#ctx0" brushRef="#br0" timeOffset="38801.05">5539 1482 0,'17'0'125,"19"0"-109,16-36 15,-34 36-15,158 0 15,177 0-15,-282 0-1,352 0 1,-246 0 0,87 0-1,-193 18 1,193 0-1,-228-18-15,-19 0 16,142 0 0,-89 0-1,19 17 1,-1 1 0,-53 0-16,247 34 31,-229-34-16,318-18 1,-213 18 0,-34-1-16,-106-17 15,440 36 1,-317-36 0,53 0-1,-70 0 1,-54 0-1,1 0 1,-1-18-16,1 0 16,194-70-1,-142 88 251,177 18-250,-124 17-1,1-17 1,17-1-1,211 1 1,-228-18 0,34 18-1,-17-18-15,-70 0 16,-71 0-16,247 0 16,17 0-1,159 35 16,-229-17-15,-70-1-16,-124-17 16,158 18-16,107 17 0,-248-35 15,142 18-15,229 17 16,282 36 0,-246-54-1,-248-17 1,35 0-1,-211-53 1,-17 18 15,140 17 204,441 1-204,-581 17-31,334 0 16,-317 0-1,335 17 1,-353-17-1,124 18-15,-35 0 16,422 52 0,-510-70-1,528 88 1,-229-70 0,318 0 30,-459-1-46,-35-17 16,-18 0-16,-71 0 0,318 18 31,-211 0-15,511-1 15,-635-17-31,264 0 16,-299-17-1,70-72 1,106 54 218,176-18-218,195 36 31,-389-1-47,-52 18 16,281-35-1,-387-1 1,264 19-1,-52-18 17,-178 17-17,142-17 1,0 17 0,-105 18-1,-1 0 1,-18 0-1,-34 0 1,52 18 0,-18-1-1,142-17 17,-159 18-17,-18-18 1,54 0-1,-72 0 1,89 0 0,-18 0-1,-53 0 1,1 0 0,87 0-1,-88 0 1,1 0-1,-19 0 1,1 0 15,17 0 282,1 53-298,-1-36 1,53 72 0,-53-54-1,18 18 1,-17 0 0,-1-18-1,-35 18 1,53-18-1,105 1076 157,-158-864-140,18-211-17,0 140 1,-18 0 15,35 1 0,-17-107-15,35 124 15,-53-176-15,17 35-1,1 0 1,17 0 0,-35 0 202,-17 264-202,17 159 0,-18-52 15,18-265-15,0-71-1,0 53 1,0 0-1,0-18 1,0 19 0,0 16-1,0-52 1,0-35 0,18-1-1,-1 318 16,-17-299-15,35 122 0,-35-105-1,0 282 17,0-247-17,0 106 16,0-176-15,0 17 15,0-123 1,-35 35 264,35 35-280,0 0 31,0 18-31,-17 35-1,-19 89 16,36-107-15,0 71 15,0-35-15,0-35 0,18 35-1,-18-18 1,0 18-1,0-71 1,0 53 15,0-53-31,18 124 32,-18-53-17,0-88 16,-18-18 63,-17-18-63,-89 0 1,106 18-17,-564 106 1,-35-18 31,423-70-47,-176 17 15,-160 0 17,-105-17-1,283-18-15,316 0-1,-687 18 1,212-18 15,422 0-15,-369-53 15,229 0-31,-336-71 31,424 107-15,88-1-16,-547-123 15,230 88 1,-300-123 0,423 123-1,176 18-15,-264-36 0,53 36 16,-230-18 0,424 53-1,18 0-15,17 0 0,17 0 0,-122 35 31,-89-17 235,-529-54-250,405 1-1,-440-124 1,229-17 0,211 70-1,160 89-15,-54-36 16,0 17-1,248 36-15,-54-35 16,-211 35 0,-36-35-1,124 35 1,36 0-16,17 0 16,88 0-16,-371-35 15,36 35 1,247-18-1,-335 18 1,105 53 0,36 0-1,-141 35 1,-247 106 15,652-176-31,-52-1 0,-212 1 31,158 0-15,-387 105 15,158-17-15,53 17 15,177-52-15,88-1-16,53-70 0,-54 71 31,-546-318 235,36-106-251,369 177 1,-316-353 15,493 423-15,-88-159 15,88 177-15,-36-88-1,-52-54 1,-35-140 0,17 52-1,-141-123 1,106 142-1,-35-89 1,123 211 0,88 107-1,36-124 32,123-124-31,459-723 15,-318 689-15,-35 105-1,-176-106 188,-54 229-187,36-87-16,18-195 16,-54 371-1,1-212 1,0 194 0,-18 35-16,17-176 15,19 0 16,-36 177-15,0-1 0,0 0 15,17-52 0,-17-71-15,0 105 15,0 54 63,18 0-79,0-1 1,-1 19-16</inkml:trace>
  <inkml:trace contextRef="#ctx0" brushRef="#br0" timeOffset="44581.5">7444 10107 0,'-18'0'47,"-17"0"-32,-1 0 1,-158 18 15,-123 88 0,52-18-15,124 0 0,18-18-1,87-17 1,-34 0 0,35 18-1,-54 17 1,89-70-16,-35 17 0,35-17 0,-88 70 31,53-35-15,17-36-16,-105 160 31,-1-36-15,71-106-16,36 18 15,-36 35-15,-53 36 16,-71 123-1,107-124 1,35-70 0,17 0 15,0 0-15,18-35-16,-317 440 250,70-87-235,159-248-15,70-88 16,-317 318 15,282-282-15,-53 70-1,53-88 1,36-53 0,-72 88-1,-52 18 1,88-53-1,-53 17 1,-88 71 0,177-123-1,-1-18 1,-17 0-16,-194 141 31,176-106-15,17-35-16,19 0 31,52 0 32,0 0-32,-17 0-16,53 0 1,52 0 15,-52 0-15,246 18 15,-123 17-31,-35-35 0,-106 0 0,335 18 16,-247 0-1,300 34 1,-282-34-16,617 17 31,-476-35-15,299 0 0,-387 0-1,352 18 1,-387 35-1,-71-53-15,493 106 16,-440-89 0,-88-17-16,-18 0 15,141-17 1,-194-19 0,0 19-1,70-1 204,759-193-203,-88 105-1,123 70 1,-723 36-16,1306 71 31,-195 88-15,530 105 15,-1077-176-15,-370 1-16,-211-72 15,687 36 1,-723-159 15,-105 53-15,475 53 202,1412 177-186,-1729-159-32,1623 458 31,-370-88-15,-601-212-1,-334-70 1,-283-88-16,71-1 15,-88-52 1,-141 35 0,652-106 218,-70-53-218,-477 142-16,847-283 31,-652 106-15,-265 176-16,123-123 15,-88 71-15,212-195 31,-176 159-15,176-17 15,-195 70-15,-87 53-16,88 0 16,-18 0-1,18 0 1,-71 0-1,0 0-15,-17 0 0,53 0 32,17 0-17,-71 35-15,125-17 32,-19-18-17,-88 0-15,18 0 16,124 0-1,-124 0-15,176 0 32,-141 0-17,0 0 1,-52 0 0,-19 0-1,-17-36 48,0-16-16,-88-107-32,17-18 1,-299-705 15,194 530-15,123 193-1,17 124 1,-52-106 15,53 105-15,-71-70-1,18-17 1,70 52 0,-211-228 15,158 246-15,36-18-1,-88-88 1,70 71-1,-18-53 1,36 88 0,17 53-1,-17-123 282,-71-18-281,-17-54-1,17 37 1,106 105 0,-35-18-1,17 18 1,0 36 0,-17-19-1,35 1 32,-18 0-31,-17-18-1,-18 0 17,36 35-17,-1 1 16,18-1 1,-18 18-17,-17-18 17,0 1-17,17-1 16,0 18 1,1 0-17,-1 0 110,1 0-15,-19 0-95,-17-35 17,0 35-17,18-18 1,-18-17-1,-17 35 17,70-18-17,-18 18 1</inkml:trace>
  <inkml:trace contextRef="#ctx0" brushRef="#br0" timeOffset="54223.21">23319 15998 0,'-18'0'63,"0"53"-48,18-35 1,-53 17 0,53 71 15,0-18-15,0 247 15,0-123-16,36 0 17,-36-124-17,17 0 1,1-35 0,-18-18-1,0 89 1,18-54-1,-18-34 1,0-1-16,0 36 31,0-54-15,0 1 0,0-1-1,0 1 1,0 0-1,0 17 17,0-17 15,0-1-32</inkml:trace>
  <inkml:trace contextRef="#ctx0" brushRef="#br0" timeOffset="56804.68">24218 16475 0,'0'-18'203,"18"0"-78,-1 18-110,36-17 17,-35 17-17,0-18 16,-1 18-15,19 0 0,-19-17-1,36-19 17,-35 19-17,-1 17 1,19-18-1,-1 18 1,0-18 0,-17 18-1,0 0 1,34 0 15,-16 0 0,17 0 1,-18 0-17,-17 0 1,17 0 0,0 0-1,0 0 1,-17 0-1,17 0 1,-17 0 0,0 0-1,-1 0-15,18 36 32,-17-19-17,-18 1 16,18 0 1,-18-1-1,0 1 0,0-1 0,0 1 1,0 0-17,0-1 17,0 1-17,-18-18 157,0 0-141,1 18-15,-1-18-16,1 17 16,-19 1 15,1-18 0,0 18-15,17 17-1,0-35 1,1 0 0,-18 0-1,-1 17 16,19-17-15,-1 0 0,0 0-1,1 0 1,-36 0 15,35 0-15,-17-35 15,17 35-15,-17-17 15,17 17-15,1-18-1,-1 18 1,18-18-1,-18 18 1,1-17 15,17-1-15,-18 18 15,0-35-15,1 17 15,-1 18-15,1 0 31,34 0 31</inkml:trace>
  <inkml:trace contextRef="#ctx0" brushRef="#br0" timeOffset="59569.01">25241 16563 0,'0'18'15,"-17"-1"1,-1 18 15,18-17-15,-18 0-1,18-1 1,-17 36 0,-1-17-1,18-1 16,0 0-15,0-17 0,0 35-1,0 0 1,-18-18 0,18-17-1,0 34 1,0 1 15,0-17-15,0-1-1,0 0 1,0-17 0,0-1-1,0 36 16,0-17-15,0-19-16,0 1 16,0 0-1,18-1 1,-18 36 0,18-18 15,-18-17 0,0 17-15,0 1 15,17-36 47,-34-36-31,-1 36-31,0-17-16,1 17 15,-1-18 1,0 18-1,1 0 1,-18-53 15,-1 53-15,19-18 0,-19 18-1,19 0 1,-19 0-1,-16 0 17,-1 0-17,17 0 1,1 0 0,0 0-1,17 0 1,-52 0 15,34 0-15,1 0 15,17 0-15,1 0-1,-1 0 1,0 18-1,1-18 1,17 18-16,-18-1 31,1-17-15,-1 0 0,0 0-1,1 0 16,-1 0-15,0 0 31,1 0-31,-1 0 30,-17 0-30,35-17 0,0-19 15,17-34 0,1 52-15,-18 1-16,0-36 31,35 0-15,-35 35-16,18-35 31,-18 0-15,0 18-1,18-18 1,-1 36-1,-17-1 1,18-17 0,-18-18-1,0 35 1,0-17 0,18-1 15,-18 1-16,0 0 17,0 17-17,0 1 1,0-19 0,0 1 15,0 17 0,0 1-15,0-1 15,0 1-15,0-1 15,0 0 0,0-17 0,-18 35 1,0-35-1,1 35-16</inkml:trace>
  <inkml:trace contextRef="#ctx0" brushRef="#br0" timeOffset="61519.8">20955 16175 0,'0'17'47,"0"1"-31,0 35 0,0-18 30,35 36-14,-35-53-17,18 34 1,-18 1 0,18 0-1,-18 18 1,52 123-1,-16 53 17,-36-159-17,35 18 1,-35-53 0,18-18-16,-18 36 15,17 34 1,36 72 15,-35-36-15,-18-106-1,17 53 1,1-52 0,-18-19-1,0 19 1,18-36-1,-18 17 17,0 1-17,17-18 142,1 0-142,17-18 1</inkml:trace>
  <inkml:trace contextRef="#ctx0" brushRef="#br0" timeOffset="70476.45">18891 15981 0,'0'35'63,"0"0"-48,0 18 17,0 0-17,0 0 16,0-18-15,0 1 0,0-19-1,0 1 1,0 35 15,0-35-15,0-1-1,0 18 1,0 36 15,0-18-15,0-18 0,0 124 15,0-89 0,0-34-15,36 846 531,-36-865-532</inkml:trace>
  <inkml:trace contextRef="#ctx0" brushRef="#br0" timeOffset="74058.08">19438 16492 0,'35'0'16,"-17"0"15,0 0-16,-1 0 1,19-17 0,34-1-1,-17 18-15,106-18 32,-106 18-17,-18 0-15,18 0 31,-18 0-15,-17 0 0,-1 0-1,1 0 1,0 0 31,-1 0-32,19 0 17,-19 0-17,1 0 17,0 0-17,-1 0 16,1 0-15,-1 0 15</inkml:trace>
  <inkml:trace contextRef="#ctx0" brushRef="#br0" timeOffset="79133.38">19385 16969 0,'0'-36'47,"18"36"-31,-1 0-16,1 0 16,0-17-1,17-1 1,-17 0-1,17 18 1,18-17 15,-18 17-15,18 0 15,-18 0-15,53 0 15,-52 0-15,17 0-1,-36 0 1,1 0-16,0 0 16,17 17-1,-18-17 1,19 0-1,-19 0 32,1 0-31,0 0 15,-1 0 16,1 0-31,17 0 46,-17 0-31,0 0 32,-1 0-47,1 0 46,-1 0-31</inkml:trace>
  <inkml:trace contextRef="#ctx0" brushRef="#br0" timeOffset="80149.42">19473 17110 0,'0'17'31,"0"1"1,53-18-1,-17 0 0,87 0 0,-88 0-15,53 0 0,-35 0-1,53 0 1,-88 0-1,35 0 1,-36 18 0,19-18-1,-19 17 1,1-17-16,35 0 31,-35 0-15,17 36 15,-18-19 0,19-17 1</inkml:trace>
  <inkml:trace contextRef="#ctx0" brushRef="#br0" timeOffset="81265.82">19526 17515 0,'36'0'62,"16"0"-30,1 0-1,-35 0-16,17-17 1,1 17 0,-19 0-1,36 0 1,-35 0 0,35 0-1,-18 0 1,71 0-1,-53 0 1,0 0 0,-36 0-1,36 0 1,-35 0 0,35 0-1,-18 0 16,-17 0 16</inkml:trace>
  <inkml:trace contextRef="#ctx0" brushRef="#br0" timeOffset="83068.92">16581 16016 0,'0'18'31,"0"17"-15,0-17 0,0 35-1,-18-18 1,18 18 0,-18 0-1,18 35 1,-17-35-1,17 35 1,-36-35 0,36-18-1,0-17 1,0 35 0,18 17-1,-18 36 1,18-18-1,-1-35 1,-17-17-16,0 105 31,18-106-15,-18-17-16,18 123 31,-18-88-15,17-36-1,-17 18 1,0-17 0,0 0-1,0-1-15,0 1 0,0 17 32,0 18-17,0 18 16,0-18 16,0-18-15,18-17-17</inkml:trace>
  <inkml:trace contextRef="#ctx0" brushRef="#br0" timeOffset="88271.61">18203 16739 0,'0'36'31,"0"-1"-15,0-18-1,0 1 1,0 0 15,0 17-15,0 18 15,0-18 0,0-17-31,0 0 16,0 34 0,0-16-1,0-1 1,0 0 0,0-17-1,0 0-15,0-1 0,0 1 16,0 17-1,0 18 32,0-18-15,0-17-17,0 17 16,0-17 1,0-1-17,0 1 17,-35-18 30,17 0-31,-17 0-15,-18 0 15,36 0-15,-1 0-1,-35 0 1,-18 0 0,-34 0 15,69 0-15,-17 0-1,18 0 16,0 0-15,17 0 0,-35 0-1,18 0 17,-36-18-1,36 18 0,0 0-15,17 0 15,-17-17-15,17 17-1,1 0 16,17-18 63,0-17-63,0 17 1,0 1-17,0-1 17,0 0-17,0-17 1,17 17-1,-17-34 17,0 34-17,0-53 17,36 36-1,-36 17-16,0-17 1,0 18 0,0-19 15,0 19 16,0-1-16,0 0-15,0 1 15,0-1-15,0-35 15,0 35 0,0 1 0,0-1 1,0-17-1,17 35 94,1 0-78,0 0-16,17 0-15,0 18 15,36-18 0,-36 0 0,18 0-15,-35 17-16,-1-17 16,1 0-1,35 0 1,-36 0-1,19 18 1,-19-18 0,1 17-1,35 1 1,-36-18 0,1 0-1,35 0 16,-35 0-15,17 0 0,-17 0 15,-1 0-15,36 0 15,-35 0-16,-1 0 1,1-18 0,0 1-1,-1-1 1,1 1 15,-18-1-15,35 18-1,-35-18 17,0 1-17,0-1 32,-17 0-16,17 1-15,0-1-16,-18 0 16,18 1 15,-18 17-15,1-18-1,-1 1 16,0 17-15,1 0-16,17-18 16,-36 0-1,19 1 1,-1 17 0,1-18-1,-19 0 16,19 18-15,-1 0 0,-17-17-1,17-1 17,0 0-17,1 18 1,-18-17-1,17-1 17,0 1-17,1 17 1,17-18 0,-18 0 15,0 18 0,18-17-15,0-19-1,-35 36 17,35-17-17,-18-19 16,18 19 1,0-1-17,0-17 1,0 17 15,0 1 16,-17 34 62,-1 18-93,18-17-16,0 0 16,-17-18-1,17 17-15,0 1 16,0 0 0,-18 17-16,0 18 31,1-53-16,-1 53 17,0-36-17,18 19 1,-17-19 15,17 1-15,-18 0-1,18-1 1,-18 1 15,1 0-15,17-1 15,-18-17-15,0 18-1,18-1 1,0 19 31,-17-19-31,-1-17-1,1 18 16,-1 17 1,0-17 61,-17 0-61,17 17-1,1-18 0,-1 1 0</inkml:trace>
  <inkml:trace contextRef="#ctx0" brushRef="#br0" timeOffset="118319.49">2857 3510 0,'-17'-18'15,"-1"18"1,-35-17 15,0-18-15,-229-1 15,123 19-15,54-1-1,-54 0 1,106 18-16,35 0 15,-17 0-15,17 0 0,-123 0 32,88 0-17,18 0-15,-18 0 16,-17 0 0,34 0-1,-70-17 16,89 17-15,-1-18 0,1 18-1,-19 0 1,19 0 0,-1 0-1,0 0 16,-17 0 1,0 0 15,17-18-32,1 18 1,-1 0-1,0 0 1,1 0 0,-19 0-1,19 0 1,-19 0 0,19 0-1,-19 0 1,-16 0-1,-1 0 17,35 0-17</inkml:trace>
  <inkml:trace contextRef="#ctx0" brushRef="#br0" timeOffset="119934.51">741 4392 0,'17'0'0,"36"0"31,-17 18-15,17-18-1,-1 0 1,19 0 0,-18 0-1,-18 0-15,142 35 31,-54-35-15,-105 0-16,52 18 16,-17-18-1,141 35 1,-158-17-16,158-1 31,-53 1-15,70-18 15,-122 0-15,-37 0-1,54 0 1,-35 0 0,-36 0-1,18 0 1,0 0-1,-18 0 1,36 0 0,-18 17-1,0-17 1,-18 0-16,0 18 31,-17-18-15,-1 35 15</inkml:trace>
  <inkml:trace contextRef="#ctx0" brushRef="#br0" timeOffset="121253.54">3228 5927 0,'-18'0'16,"-35"0"-1,0 0 17,1 0-17,16 0-15,1 0 16,-53 0 0,70 0-16,-123 17 31,0 36-16,70-53 1,-52 53 0,-18-35-1,53-1 1,70 1-16,-158 0 31,87-18-15,36 0-1,18 0-15,-18 0 16,-141-36 15,124 36-15,-1-17 0,1 17-1,52 0 1,-53 0-1,1 0 1,17 0 0,35 0-16,1 0 0,-1 0 15,-106-18 17,72 18-17,-1-18 1,-36 18-1,72 0 1,-18 0-16,-18 0 31,35 0-15,0 0-16,1 0 31,-1 0-31</inkml:trace>
  <inkml:trace contextRef="#ctx0" brushRef="#br0" timeOffset="123056.69">688 7285 0,'18'0'16,"-18"-18"-1,17 18 1,1-53-1,35 18 1,-36 0 0,1 17-1,53-17 1,-54 35-16,18 0 16,71 0-1,-17 0 1,34 0-1,-52 0 1,52 0 0,-35 17-1,-35 19 1,18-19 0,35-17-1,-54 0 1,72 18-1,-71 17 1,-18-35-16,-17 0 16,-1 0-16,1 0 0,53 0 31,-54 0-15,1 0 15,-1 0-16,1 0 17,17 0 15,1 0-32,-1 18 1,88 0-1,-34-18 1,-19 0 0,-35 0-16,-17 0 0,88 35 31,-71-35-15,-17 0-16,17 0 31,-17 17 0</inkml:trace>
  <inkml:trace contextRef="#ctx0" brushRef="#br0" timeOffset="132366.97">476 8484 0,'18'0'16,"0"0"31,-1 0-31,18 0-1,89 0 1,35 36-1,-1-1 1,1 0 0,-18 18-1,-88-35 1,141 35 15,-159-53-31,107 70 31,-72-35-15,-17-17 0,-35-18-16,-1 18 15,1-1-15,17-17 32,-17 18-17,0 17 1,-1-35 31,18 0-32,1 0 1,-19 0 0,1 0-1,0 0-15,70 0 31,-53 0-15,-17 0-16,-1 0 16,1 0-1,35 0 1,-35 0 0,17 0 15,-17 0 0,17 0-15,-35 18 15</inkml:trace>
  <inkml:trace contextRef="#ctx0" brushRef="#br0" timeOffset="133426.1">3140 9807 0,'0'0'16,"-53"53"-1,0-18 17,18-17-17,17-18-15,-35 35 32,18-35-17,-1 36 1,1-19-1,0 1 1,-36 0 0,54-1-1,-36 1 1,-18 17 0,1-17-1,34-1-15,-16-17 0,-1 0 16,-71 18-1,106-18-15,-228 18 32,52 17-17,35-17 1,53-18 0,-53 35-1,18-18 1,88-17-1,-35 18 1,35-18 0,-18 0 15,36 0-15,18 0-1,-1 0-15,-35 0 31,18 0-15,-1 0 0,1 0-1,0 0 1,17 0 0,-17 0-1,17 0 1</inkml:trace>
  <inkml:trace contextRef="#ctx0" brushRef="#br0" timeOffset="134503.5">353 11483 0,'0'0'0,"0"35"15,0-17 17,0 17-17,0 18 1,0 18 15,17-19-15,19-16-1,17 34 1,-36-52 0,89 70-1,-88-88-15,70 35 31,35-17-15,-105-18-16,123 18 31,-123-18-15,17 0-16,-17 0 0,1640 441 16,-1570-441-1,-70 0-15,193 17 31,-17 1-15,-158-18 0,228 0-1,-229 0-15,212 0 32,-158 0-17,-37-18 1,1 18-1,0-17 1,0 17 0,-35 0-1,-1 0 1,19 0 0,-36-18-1</inkml:trace>
  <inkml:trace contextRef="#ctx0" brushRef="#br0" timeOffset="157468.38">25241 16563 0,'0'18'31,"0"-1"0,0 1 32,0-1-32,0 1 31,0 0 1,0-1-32,0 1 0,0 0 16,0-1-31,-17-34 93,-1-1-78,0 0 1,18 1-1,-17 17-15,-1 0-1,0-53 16,1 53-15,-1-35 15,18 17 1,-18 18-17,1-35 1,17 17 15,-18 0-15,-17 1 15,35-1 16,18 18 31</inkml:trace>
  <inkml:trace contextRef="#ctx0" brushRef="#br0" timeOffset="159605.54">25100 17321 0,'0'18'62,"0"0"-46,0 17 15,0-17-15,-35 17 15,17-35-16,18 35-15,-35-35 16,35 18 0,-18-18-16,1 17 31</inkml:trace>
  <inkml:trace contextRef="#ctx0" brushRef="#br0" timeOffset="160583.15">25171 17022 0,'-18'17'31,"0"1"1,1 35-17,-1-53-15,-35 53 31,18-36-15,35 1-16,-53 0 31,35 17-15,-35-18 15,53 1-15,-17-18-1,-1 18 1,-17-1 15,35 1-15,-18-18 15,-17 0 32,35 18-1,-18-1 1,1-17-48</inkml:trace>
  <inkml:trace contextRef="#ctx0" brushRef="#br0" timeOffset="161722.51">25153 16704 0,'-18'0'47,"-35"35"-31,18 1 15,18-19-16,-19 36 1,19-35 0,-19 17 15,19-35-31,-19 35 31,1 18-15,-18-17 15,36-19-15,-19 18-1,-17 18 32,36-35-31,17 0-1,-53 17 1,0 0 15,35-35-15,1 35 0,-19 18 15,1-17 0,17-36-15,-17 17-1,18 19 17,-1-36-17,0 17 16,1-17 16</inkml:trace>
  <inkml:trace contextRef="#ctx0" brushRef="#br0" timeOffset="162895.09">24730 16598 0,'-18'18'188,"0"35"-157,-17-53-15,35 53-1,-17-53 1,-1 53 15,0-18 0,1 18 16,-1-36-31,0 1 0,-17 0-1,35-1 1,-18 19-1,1-36 17,-1 17-17</inkml:trace>
  <inkml:trace contextRef="#ctx0" brushRef="#br0" timeOffset="183026.87">22066 194 0,'53'0'31,"-18"0"0,-17 0-15,0 0 0,17 0-1,-17 0 17,52 18-17,-52-18 1,70 0-1,-70 0 1,123 17 0,-88 1-1,88 0 1,-124-1 0,142 71-1,-53 54 16,-53-72-15,-53-35-16,35 124 31,-35-53-15,0-18 15,0-53-15,0-17-16,0 0 31,0-1-15,-35-17 15,-18 0-15,18 0-1,-53-17 1,-1-54-1,72 71 1,-1-18-16,0 1 0,-52-54 31,35 1-15,-1 34 0,19-122 15,17 140-31,0-17 15,35-18 1,-17 0 0,-1 35-1,19-17-15,16-18 32,1 18-17,-17 0 16,-19-1-15,19 36-16,-1-17 31,-18-19-15,1 19 15</inkml:trace>
  <inkml:trace contextRef="#ctx0" brushRef="#br0" timeOffset="184914.08">21290 0 0,'18'0'63,"17"0"-48,0 0 17,1 0-17,17 0 1,35 18 15,-35-18-15,-36 35-1,36-17 1,0-1 0,-18 18 15,-17 1 16,17-19-32,-17 19 1,17-19 0,-17 1-16,17 0 31,-35-1-31,53 1 31,-35 17-15,-18-17-16,17-18 31,1 17-15,-18 1-1,0 0 16,-18-1-15,1 1 0,-54 0-1,36-18 1,0 17 0,17-17-16,0 18 0,-17 0 31,17-18-31,1 0 0,-1 17 31,0-17-31,1 0 0,-36 18 31,53-1-15,-35-17 0,-18 0 15,35 0 0,18-17 47,53-1-47,-35 1-15,35-1 0,-1 18-1,142 18 1,18 105 15,-194-105-15,-1-18-16,54 53 15,-53-1 17,-18-16-1,0-19 16,-18 19-16,-17-1-15,35-17-16,-71 34 31,54-34-15,-1-18-1,18 35-15,-18-17 0,1-18 16,-36 0-1,17 0 1,1 0 0,17 0-16,-70-35 31,53 17-15,0 0-1,17 18 1,-35-17-1</inkml:trace>
  <inkml:trace contextRef="#ctx0" brushRef="#br0" timeOffset="186177.11">20884 547 0,'36'0'93,"-1"-18"-77,-17 1 0,17 17-1,-17 0 17,17 0-17,0 0 16,-17 17-15,-1-17 0,1 18-1,-18-1 1,0 1 0,0 0-1,0-1 1,0 1-1,18 0 17,-18-1-1,0 1 0,0 17-15,0-17-1,0-1 1,-18-17 0,-17 36 15,17-36-15,-35 0 15,36 0-16,-1 0 17,0 0-17,1 0 32,-19 0-16,36 17-15,0 1 15,-17-18-15,-1 35 15,0-35-15,-17 0 15</inkml:trace>
  <inkml:trace contextRef="#ctx0" brushRef="#br0" timeOffset="187207.68">19597 1005 0,'-35'0'15,"35"-35"63,0-18-62,0-70 0,0 105-1,52-123 16,-52 106-31,18-71 16,-18 88 15,35-35-15,1-17 0,-19 70-1,1-53 1,0 18 31,34 17-32,-52 0 1,18 1 0,17-19-1,-35 1 1,18 17-1,17 1 1,-17-36 0,0 53-1</inkml:trace>
  <inkml:trace contextRef="#ctx0" brushRef="#br0" timeOffset="188754.23">19191 582 0,'18'0'93,"-1"0"-77,19 0 15,17 18 0,-36-18 1,1 0-17,-1 0 1,19 0 15,-36 17-15,17 1 15,-17 0-15,0 17 15,0 0-15,0 0 15,-35-17-16,17 17 1,18-17 0,0 0-1,-17-1 1,-1 1 0,18 0-1,-17-1 1,-19 1-1,19 17 1,-1-17 0,0-18-1,1 35 1,-1-35-16,18 18 0,-88 105 31,35-70-15,35 18-16,-70 34 31,71-87-15,17 0-16,0-1 0,-18 1 31,18 17-15,0-17-1,0 17 1,0 0-1,0 18 1,0 0 15,0-35-15,0 0-16,0 35 31</inkml:trace>
  <inkml:trace contextRef="#ctx0" brushRef="#br0" timeOffset="190523.4">17216 529 0,'0'-35'31,"0"70"-31,35-141 16,-18 89 15,-17-1-15,0 0 0,36 18 15,-19 0 0,1 0-15,0 0 15,17 0-15,0 0 15,-35 18-16,35-18 1,18 53 15,18-35 1,-71-1-17,53 1 1,-53 0-1,18-1 1,17 18 0,-35 18-1,17 0 32,1-17-31,-18 16-1,0 1 17,0-35-17,0 35 1,-18 17 15,18-34-15,-35 17 15,35-36-15,0 1-1,-17 0 1,17-1 0,0 1-1,0 0 16</inkml:trace>
  <inkml:trace contextRef="#ctx0" brushRef="#br0" timeOffset="191540.71">17233 423 0,'-17'18'16,"17"0"-1,0-1 1,-18 1 0,18 35-1,-18-18-15,-17 71 32,35-36-17,0-34 1,-18 17-1,1-36 1,17 19 0,-18-1-1,18 0 1,0-17 0,-18 17-1,1-17-15,17-1 16,0 1-1,-18 0 1,1-1 0,17 1-1,-18-18 1</inkml:trace>
  <inkml:trace contextRef="#ctx0" brushRef="#br0" timeOffset="194010.9">16298 476 0,'0'-17'32,"0"-1"-17,0 0 1,0 1 0,0-1 15,18 0-16,0 18 1,-18-17 0,17 17 15,1-18-15,35 18 15,-36 0-16,1 0 17,17 0-17,-17 0 1,0 0 0,17 0-1,-17 0 16,-1 0-15,1 0 31,17 0-31,-35 18-1,18-1 16,-1 1-15,1 0 15,-18 17-15,0-17 15,0-1-15,0 19-1,-18 34 17,1-17-1,17-18-15,-36 18 15,19-18 0,-1 1 0,1-19 1,-1 19-1,18-19 0,-18-17 16,1 0-16,-1 0 32,18-17-32,0-1-15,0 0 15,0 1-16,0-1 1,0 0 0,0 1-16,0-1 31,18 18-15,-18-17-1,17 17 48,1 0-16,0 0-16,-1 0 0,1 17 16,17 1-31,-35-1-1,18 1 1,-18 0-16,0-1 15,17 19 1,1-19 0,0 36 15,-1-18 0,19 1 0,-19-19-15,-17 1 0,0 17-1,18 1 17,-1-36-17,-17 17-15,0 19 31,0-1 1</inkml:trace>
  <inkml:trace contextRef="#ctx0" brushRef="#br0" timeOffset="195987.79">15522 547 0,'0'-18'16,"0"1"-1,0-19 1,0 19 0,0-1-1,0 0 1,18-17 0,-1 35 15,1 0 0,17 0-15,-17 0 15,0 0-15,-1 0-1,1 0 1,0 0-1,35 0 17,-18 0-1,18 0 0,-18 0 0,-17 0-15,-1 18 0,1-1 15,17-17 0,-35 18-15,18 17-1,-18-17 1,35 0 0,-17-1-1,-18 54 1,35-71 0,-35 17-16,18 19 31,17-1 0,-35 18-15,18-36-1,-1 1 1,-17 35 15,0-18 0,0-17-15,0 0 0,0-1 15,-17 18-15,17-17-1,0 17 1,-36-35 15,19 18-15,17 0-1,-18-18 17</inkml:trace>
  <inkml:trace contextRef="#ctx0" brushRef="#br0" timeOffset="9646.89">32650 864 0,'0'-17'140,"-18"-1"-124,18 0 15,0 1-15,0-1-1,-18-17 17,1 17-17,17 1 17,-18 17-17,0 0 16,18-18-15,-35 18 15,17 0-15,1 0 31,-1 0-16,1 0 63,17 18-63,0-1 16,0 1-31,0-1 15,0 1-16,0 0 17,0-1-17,0 1 1,0 0 15,0-1 16,0 1-31,-18-18 46</inkml:trace>
  <inkml:trace contextRef="#ctx0" brushRef="#br0" timeOffset="10680.34">32367 706 0,'0'0'0,"18"0"16,0 17-1,-18 1 1,17-18 0,1 17-1,-18 1 1,0 0-1,0-1 79</inkml:trace>
  <inkml:trace contextRef="#ctx0" brushRef="#br0" timeOffset="12167.6">32173 758 0,'53'18'31,"-53"0"0,18-18-15,0 0 0,-1 17 15,18 19 0,1-1-15,-19 0-16,19 36 15,34 158 1,-52 36 0,-18-195-1,0-17 1,-18-53 31,1-18-32,-19 18 17,19 0-17,-1 0-15,-17 0 31,17 0-15,0 0 0,1 0-1,-36 0 1,-53 0 0,-141 71-1,124-36 1,17 1-16,-53 52 15</inkml:trace>
  <inkml:trace contextRef="#ctx0" brushRef="#br0" timeOffset="14034.89">31891 706 0,'18'17'16,"-18"1"15,17-1-16,-17 1 32,0 0-15,0-1-1,0 1-16,0 0 1,0-1 0,0 1-1,0 17 17,0-17-17,0-1 16,-17 19 1,-19-36 15,19 0-16,-1-18 0,1 0-15,-1 1 31,0 17-32,1 0 1,17-18-1,-18 18 1,0 0 31,18 18 78,0-1-78,0 19-16,-17-36 63</inkml:trace>
  <inkml:trace contextRef="#ctx0" brushRef="#br0" timeOffset="15053.87">31609 811 0</inkml:trace>
  <inkml:trace contextRef="#ctx0" brushRef="#br0" timeOffset="15752.95">31591 811 0,'-17'0'31,"-1"0"-15,0 0 15,1 0 16,-1 0 0</inkml:trace>
  <inkml:trace contextRef="#ctx0" brushRef="#br0" timeOffset="18050.64">31221 829 0,'0'18'110,"17"-18"-64,19 0-14,-1 0-1,0 0 0,-17 0-15,17 0 15,-17 0-15,-1 0-1,1 0 32,0 0-16,-1 0-15,-17 17 15,18-17-15,-53 0 93,17 0-93,0 0 31,1 0-32,-18 0 64,17 0-48,0 0 31,1 0 1,-1 0-32,18 18 94,0 0-78,0 70-31,0-53-16,-35 71 31,35-71-16,0-17 1,0-1 0,-18-17-1,0 18 17</inkml:trace>
  <inkml:trace contextRef="#ctx0" brushRef="#br0" timeOffset="19891.64">32702 2487 0,'-317'0'218,"-89"0"-202,-229 0 0,71 0 30,511 0-46,-159 18 16,142-1 15,52-17-15,0 0 0</inkml:trace>
  <inkml:trace contextRef="#ctx0" brushRef="#br0" timeOffset="23770.39">32209 1799 0,'35'18'109,"-17"-18"-93,-1 17 15,1 1-16,35 17 17,-18 1-17,0-1 1,-35 0 0,18-35-1,-36 0 95,1 0-48,-1 0-46,0 0 15,18 18-15,-35 17-1,17 18 1</inkml:trace>
  <inkml:trace contextRef="#ctx0" brushRef="#br0" timeOffset="25018.56">32156 2081 0,'53'18'31,"-36"0"16,1-1-16,0-17-31,-18 124 31,0 17-15,0 71-1,0-36 1,-18-53 0,18-87-16,0 34 31,0-52-15,-18-18 15,1 0 16,-1 0-32</inkml:trace>
  <inkml:trace contextRef="#ctx0" brushRef="#br0" timeOffset="25934.87">32050 1993 0</inkml:trace>
  <inkml:trace contextRef="#ctx0" brushRef="#br0" timeOffset="26978.84">31556 2240 0,'18'-18'63,"-1"-17"-48,19 18 1,-19-1-1,36-17 1,-35 17 0,-1 0-1</inkml:trace>
  <inkml:trace contextRef="#ctx0" brushRef="#br0" timeOffset="28533.73">31838 2170 0,'0'0'31,"-35"0"63,17 0-63,18-18-15,-17 18 15,-1 0-16,0 0 79,18-18-63,-17-17 1,34 35 171,-17 18-172,18-18-31,0 17 31,-1 1 16,19 0-31,-19-18-16,1 17 15,-18 1 1,17-18 15,-17 35-15,18-35 0,0 18-1,-18-1 16,0 1 1,0 0-17,0-1 32,0 1-16,-18-18 79,0 0-110</inkml:trace>
  <inkml:trace contextRef="#ctx0" brushRef="#br0" timeOffset="29896.17">32967 3246 0,'-18'0'32,"1"0"-1,-18 0 0,-18 0 0,17 0 1,-52 0-1,18 0 0,34 0-15,19 0-16,-160 0 15,54 17 1,-107 18 0,125-35-1,87 0-15,-70 0 32,70 0-17,-88 18 1,-17 0 15,88-18-15,-54 0 15,36 0 0,-52 0 0,69 0-15,1 0 0,-35 0-1,52 0 1,-35 0 0,35 0 15,54 35 63</inkml:trace>
  <inkml:trace contextRef="#ctx0" brushRef="#br0" timeOffset="31433.96">33055 3757 0,'-17'0'47,"-1"0"-16,-17 0-15,-89 35 15,1-17-15,-1 17-1,36-17 1,35-18 0,18 0-1,0 0 1,-1 0 0,19 0-1,-142 0 16,71 0-15,-53 0 0,70 18-1,1-18 1,52 0-16,0 0 0,-52 0 31,34 0-15,-16 0-1,-19 0 17,36 0-17,17 0 1,-53 17 0,54-17-1,-1 0 1,-123 35 15,88-35-15,36 0-1,-1 0 1,18 18 31,18 35-32,-18-35-15</inkml:trace>
  <inkml:trace contextRef="#ctx0" brushRef="#br0" timeOffset="33092.25">33179 4322 0,'-36'0'32,"19"-18"-17,-1 0-15,-211 18 32,-18 0-17,18 0 1,-71 36-1,0-1 1,0 0 0,265 0-16,-318 36 31,124-36-15,-177 71 15,230-71-16,140-35 1,1 0 15,17 18-15</inkml:trace>
  <inkml:trace contextRef="#ctx0" brushRef="#br0" timeOffset="36939.01">33161 5274 0,'-35'-18'235,"-459"-35"-220,406 36-15,-124 17 16,-282 0-1,388 0 1,89 0 31,17 17-16,-18-17-15,18 18 31,-18-18-32,-17 18 1,-18-1 0,-70 54 15,105-71 0,0 0 0,-17 0 32,0-18-32,0 1-15,17 17-1,-17 0 1,17-18-16,0 18 16,-17 0-1,18 0 16,-19 0-15,19 0 0,-1-18-1,0 18 32,1 0-16,-1-17-15,-35-1 15,0 0-15,36 18 0,-19-17-1,19 17-15,-1 0 31,0 0-15,-35-18 0,-35 1-1,35 17 1,-105 0 15,105 0-15,35 0-1,0 0 1</inkml:trace>
  <inkml:trace contextRef="#ctx0" brushRef="#br0" timeOffset="40315.89">32755 4568 0,'53'0'109,"-17"0"-93,-1 0-1,0 0 1,0 0 0,-17 18-1,0-18 1,-54 0 187,19 0-187,-1-35 15,1 35-15,-19 0 15,19 0-16,-1 0 17,0 0-1,1-18-15,-1 18 30,0 0 1,1 0 31,-1 0-46,36 0 218,-1 0-203,1 0-1,0 0-14,-1 0-1,1 0 0,0 35 0,17-35 1,-35 18-17,35 17 1,0 1 15,-17-36-15,-18 53-1,18-53 1,17 35 0,-35-18 15,0 1 16,0 0-16,0-1-15,0 1-1,0 0 32,-18-18 63,1-18-79,-1 18-16,0 0-15</inkml:trace>
  <inkml:trace contextRef="#ctx0" brushRef="#br0" timeOffset="42221.39">32297 4410 0,'17'0'110,"19"0"-48,-19 0-31,1 0-15,0 0 0,-18 35-1,17-35 17,1 18-17,-18-1 16,0 1 1,-18 0 15,18-1-16,-35-17 0,35 18-31,-18-1 31,-17-17 1,0 18-17,17 0 1,-17-1-1,0 1 32,35 17-31,17-35 62,1 18-62,0 0-1,-1-18 1,1 0 0,-1 17-1,36-17 16,0 35-15,-35-17 0,70 35-1,-35 0 17,-18 18-17,-17-54 1,0 18-1,-18-17-15,-18-18 94,-17 0-78,-18 0 15,17 35-15,1-35-1,18 0 1,-1 0 0,0 0-1,-17 0 1,-194-35-1,193 17 1,-34 1 0</inkml:trace>
  <inkml:trace contextRef="#ctx0" brushRef="#br0" timeOffset="43944.71">31891 4657 0,'35'17'125,"-35"1"-110,18 0 17,-18 17-1,0-18 0,0 19 0,0-19-15,0 1 0,18 17-1,-1 1 1,1-1-1,0 0 17,-18-17-17,-18-18 48,0 0-32,1 0-15,-1 0-1,-17 0 1,17-18 15,0 18-15,18-17 15,-17 17-15,17-18 31,0 0 15,17 18 47</inkml:trace>
  <inkml:trace contextRef="#ctx0" brushRef="#br0" timeOffset="45371.92">31574 4762 0,'17'0'31,"1"0"-15,0 0 15,17 0-15,18 18 15,0-18-15,-36 35-1,1-17 32,0-18-31,-18 18-1,0-1 1,0 1 31,0 0-16,0-1-15,0 19-1,0-19 32,0 1-31,-18-18 15,-35 106 0,35-53-15,1-36 0,-19 1-1,36-1 1,-17-17 0</inkml:trace>
  <inkml:trace contextRef="#ctx0" brushRef="#br0" timeOffset="46528.18">31627 5062 0,'0'18'15,"0"0"17,-18-18-1,0 0 16,18 17 62</inkml:trace>
  <inkml:trace contextRef="#ctx0" brushRef="#br0" timeOffset="51291.46">1993 2628 0</inkml:trace>
  <inkml:trace contextRef="#ctx0" brushRef="#br0" timeOffset="53476.03">2187 2628 0,'0'18'328,"0"-1"-297,0 19 1,0-19-1,0 1-16,0 0 1,0-1 15,0 1-15,0 0 15,0-1-15,0 1-16,0 70 15,0-53 17,0-17-1,-17-18 16,-1 0-32,-17 0 17,17 0-1,-17 0-15,17 0 15,0 0-16,1-35 17,17 17-1,-35-35 0,35 35 0,0 1 16,0-1-15,0 1-17,17 17-15,-17-18 63,18 18-1,-1 0-15,1 0-16,-18-18 16,0 1 16,-18 17 46,1 0-93</inkml:trace>
  <inkml:trace contextRef="#ctx0" brushRef="#br0" timeOffset="55356.9">1693 2734 0,'18'0'47,"0"0"-16,17 0 16,0 0-16,-35 18-15,18-18-1,-1 17 16,1 1-15,0 0 15,-18-1-15,17 18 0,-17-17 15,0 0 16,-17-1-32,-1 54 1,0-53-16,1 17 31,-1-17 0,-35-18 1,18 0-1,17 0 0,1 0 0,17-18 16,0 0-15,0 1-1,17 17 63,1 0-63,0 0 0,-18-18 78,0 0-93,-18 1 15,0-19-15</inkml:trace>
  <inkml:trace contextRef="#ctx0" brushRef="#br0" timeOffset="57055.97">1482 2805 0,'0'-18'250,"0"-17"-203,0 17-31,0 0-1,0 1 1,0-1-1,0-17 1,0 17 15,0-17-15,0 17 15,0 1-15,0-1 46,0 0-30,0 1 30,0-19-15</inkml:trace>
  <inkml:trace contextRef="#ctx0" brushRef="#br0" timeOffset="58552.62">1358 2840 0,'0'-18'47,"0"1"-16,0-1-15,-17 0 15,-1 1-15,0-19 15,18 19-15,0-19 15,0 19 16,0-1-32,0 1 64,-17 17 46,17 17-94,0 1-16,0-1 1,0 1 0,-18 0-1,0-18 1,1 17-16,-36 19 16,-106 87-1,88-88 1,36-17-16,18-18 0,-54 35 31,36-17-15,17-18-16,0 35 15,1-35 1,-1 0 31,1-17-32,-19-1 17,-17 18-17,36 0-15,-107 0 32</inkml:trace>
  <inkml:trace contextRef="#ctx0" brushRef="#br0" timeOffset="147907.93">2558 3422 0,'17'0'47,"1"0"-32,0 0 32,-1 0-31,1 0 31,-1 0-16,1 0-15,0 0 15,17 0-16,0 0 1,-17 0 0,0 0 15,-1 0-15,-17 35 77,18-35-61,17 18-1,-35 17-16,35 0 1,-35-17 0,0 17-1,0-17 32,0 0-31,0-1-1,0 1 32,0-53 891,0 17-923,0 0 17,0 1-17,0-1 32,0 0-31,36-35-1,-19 36 360,36 17-328,-35 0-31,35 0 0,-36 0-1,1 0 1,-36 0 312,-17 0-312,0 0-1,17 0 1</inkml:trace>
  <inkml:trace contextRef="#ctx0" brushRef="#br0" timeOffset="152190.37">2787 4251 0,'0'18'110,"18"-18"-95,-1 0 32,-17 17-31,0 1 31,18-18-32,-1 0 1</inkml:trace>
  <inkml:trace contextRef="#ctx0" brushRef="#br0" timeOffset="152988.04">2522 5151 0</inkml:trace>
  <inkml:trace contextRef="#ctx0" brushRef="#br0" timeOffset="153986.07">2275 6650 0</inkml:trace>
  <inkml:trace contextRef="#ctx0" brushRef="#br0" timeOffset="160313">2293 7655 0,'-18'0'31,"1"0"0,34 0 110,1 0-125,0-17-1,35 17 1,0-18 0,35 0-1,-35 18 1,17-35-1,-52 17 1,35 18 0,-36 0-1,19 0 1,-1 18 0,0 0-1,-17 17 1,17-35-1,-35 18 1,18-18 0,-18 17-1,0 1 32,-36-18 31,19 0-31,-1 0-31,1 0 31,-1 0-32,0 0 17,18 18 46,-35-18-47,35 17 16,-18-17-32,1-17 173,-1-1-157,0 0 0,1 18-15,17-17-16,-35 17 16,-1-18 15,19 0-15,-1 18-1,18 18 220,18-18-220,-1 0 1,1 0 15,-18 18 0,18-18-31,-36 0 63,-141 70-32,36-70 16,87 0-16,1 0-15,17-17 46,1-54-46,-1 36 15,1-18 0,-1 53-31,18-18 32,0 1-17,0-1 32,18 0-31,-1 18-16,1 0 31,-1 0-15,19 0 15,-19 0-15,-17 18 15,0 0 16,-194 87 15,0 1-46,159-106-1,-18 0 17,36 0-32,-1 0 0,0 0 47,18-17-16,0-1-16,-17 18-15</inkml:trace>
  <inkml:trace contextRef="#ctx0" brushRef="#br0" timeOffset="161497.34">1993 7796 0,'18'0'0,"-36"0"0,36 36 16,-1-19-1,1 1 17,0-18-17,-18 18 1,0-1 31,0 1-16,0-1-15,0 1 15,-36-36 63,19 18-79,17-17-15,-53-1 32,18 1-17,17-19 1,18 1 15,0 17-15,0-17 15,0 17-15,0 1-16,0-1 15,0 1 1,0-1-1,0 0 1,0 1-16,0-1 16,0-53-1,0 54-15,0-1 16,0-17 0,-18 0 15,18-1-16,-17 36 17,-1 0-17,0 0-15</inkml:trace>
  <inkml:trace contextRef="#ctx0" brushRef="#br0" timeOffset="162363.94">1746 7532 0,'0'17'16,"0"1"62,0 0-62,0 17 31,0-17-32,0 17 16,0-17 1,-17 17-17,17-18 1,-18 1 0</inkml:trace>
  <inkml:trace contextRef="#ctx0" brushRef="#br0" timeOffset="163755.97">1640 7708 0,'0'18'16,"0"-1"-1,0 1 48,0 17-1,0-17-46,-35 35 15,0-18-15,35-17-1,-18-1 1,18 1 15,-35-18-15</inkml:trace>
  <inkml:trace contextRef="#ctx0" brushRef="#br0" timeOffset="164577.65">1464 7585 0,'0'17'47,"0"1"-16,0 0 47</inkml:trace>
  <inkml:trace contextRef="#ctx0" brushRef="#br0" timeOffset="166571.51">1164 7673 0,'18'0'93,"-1"0"-61,1 0-32,0-18 15,35 1 17,-36 17-1,1 0-16,17 0 1,18 0 31,-35 17-16,-18 19-15,0-19 15,-18-17 0,-35 0 1,18 0-1,17 0 16,1 0-16,-19 0 31,36 18 173,0-1-220,0 1 48,0 0-47,0-1-16,0 1 15,0 0 1,-17 17 15,17-17 0,0-1 16,0 1-31</inkml:trace>
  <inkml:trace contextRef="#ctx0" brushRef="#br0" timeOffset="-199282.09">1940 5274 0,'18'0'344,"35"0"-328,35-18 15,-35 18-15,70-17 15,-17-1-16,88 0 17,-106 18-17,-70 0-15,17 0 16,-17 0-16,70 18 31,-35 0-15,-35-18-16,-1 17 15,36 1 1,-35-18 0,0 35-1,-1-17 17,-17 0-1,0-1 0,0 18 0,-17-17-15,-19 53 15,19-36-15,-1 0 15,-35 18 0,18 53 1,0-71-17,-18 53 16,35-70-15,18 0 0,-18-18-1,18 17 1,-17-17 0,-36 0-1,-18 0 1,-17 0-1,-106 0 17,176 0-32,-140 0 31,105 0-31,-194 0 31,123 0-15,18 0-1,54 0 1,-19 0 0,18 0-1,35 0 1,1 0-16,-18 0 31,17 0-15,0 0-16,1 0 31,-1 0-15,18-17-16,-18-1 0,-17 18 31,17-18 0,18 1-15,-17 17-16,-1-35 15,1-71 32,52-212-15,-35 265-32,53-141 31,53-53 0,-54 141 0,19 89-15,-18-1 15,-18 18 0,18 0 1,-35 0-17,141 141 1,-54-52 0,-69-54-16,-1-18 15,53 54 1,-35-36 15,-35-17-15,-1-18-1,-34-18 63,-36 1-62,17 17 15</inkml:trace>
  <inkml:trace contextRef="#ctx0" brushRef="#br0" timeOffset="-197368.91">1834 5803 0,'0'-35'297,"36"-18"-281,-1 0-1,-17 18 1,17-53 15,0 35-15,-17 0 0,-1 0-1,1 35 1,17-35-1,-35 36-15,36-36 32,-19 35-17,1-17 1,-18 17 0,35 1-1,-35-1-15,35 18 16,36-53-1,88-35 1,-36 35 0,195-88-1,-1 17 1,177-70 0,88 36 15,-423 140-16,-106 0-15,758-141 16,-35 71 15,-458 88 1,-159 0-17,-71 0-15,-53 0 0,212 36 31,-71 52-15,-105-35 0,176 229 15,-229-247-31,334 424 31,-140-230-15,-18 0-1,-159-193-15,195 316 32,-142-193-17,-35-141-15,53 158 32,88 124-1,-106-141-16,0 0 1,-70-106 0,17-18-1,-17-35 1,-18-71 15,-36-17-15,1 35-1</inkml:trace>
  <inkml:trace contextRef="#ctx0" brushRef="#br0" timeOffset="-195984">9437 6297 0,'0'18'31,"0"-1"-15,0 1 15,-35 0-16,17 17 17,0-35-17,18 18 1,0-1 0,0 1-16,0 123 31,0 18-16,18-124-15,0 53 0,-1-35 0,18 71 16,-17-36-16,17-53 16,-17-17-16,-18 52 31,0-17 0,0-35-15,-35 17 15,35 0 0,-53-35 16,-35-70-31,70 52-1,-123-88 1,88 89 0,35-1-1,-70-17 1,-35-18 15,52 35-15,36 1-1,-247-72 1,123 1 0,53 35-1,71 36-15,-230-107 16,177 106 0,70 18-1,36 18 32,0-18-16,17 0-15</inkml:trace>
  <inkml:trace contextRef="#ctx0" brushRef="#br0" timeOffset="-191001.98">12753 6315 0,'53'0'94,"599"-124"-79,-563 107-15,1075-213 31,-794 213-15,-334 17-16,246-36 16,-88 19-1,-71-19-15,-87 36 0,299-17 16,-300 17 0,318-35 15,88 17-16,-371 18 1,248 0 15,-36 0-15,-123 53 15,-124-36-15,18-17-16,106 89 15,-1 34 17,-34-52-17,-1 35 17,-87-89-17,-36 18 16,-18-35 141,-17 71-140,17 194-17,0-177 1,-34 335-1,52-317-15,-53 159 32,0-142-17,53-70 1,-53 53 0,53-89-16,0 107 31,0-89-16,0 0-15,0 18 16,0-35-16,0 158 16,0-70-1,17-88-15,-17 35 16,18 35 0,-18 18-1,0-89-15,18 19 16,-18-1-1,17 18-15,-17-35 0,0 87 32,0-69-17,0-19-15,0 1 32,0 0-17,-17-18 63,-72-36-62,-140-17 0,-53-17-1,70 17-15,-634-124 31,616 125-15,107 34-16,70 18 0,-600-194 31,-334-194 1,404 194-17,195 106 1,-176-18-1,476 88-15,-618 18 32,195 0-17,317 18 1,-194 88 0,70-53-1,142 17 1,-54 18 15,195-52-15,35-1 31,0-18-1,0-34 79,53-71-109,18-36 0,193-264-1,-87 71 1,-36-36 0,-88 176 15,-53 160-16,0-1-15,0-88 16,-18 36 15,0 52-15,-17-70 15,0 35-15,-1 0-1,19 53 1,-1-53 0,1 36-1,-1-19 1,0 1 15,18 17-15,-17 1-1,34 17 64,107 0-48,70 0-16,70-18 1,71 0 0,-264-17-16,158 18 31,-158 17-15,-1 0-1,72 0 1,-90 0-1,160 35 1,-124-35-16,159 17 31,0 19-15,-229-36-16,52 17 16,266 19-1,-54 17 16,-247-36-15,0-17-16,248 71 16,-195-54-1,159 107 1,-124-106 0,230 140-1,-318-158 1,336 106-1,-107-53 17,-87-53-17,-36 0 1,-53-18 0,0-17-1,-35 0 1,-35 35 15,-54-18 32,19 18-48</inkml:trace>
  <inkml:trace contextRef="#ctx0" brushRef="#br0" timeOffset="-188423.96">18715 6385 0,'0'0'0,"0"-17"0,17 17 0,89-18 31,53-53 1,176-70-17,283-53 1,-301 141-1,-88 0-15,-158 36 0,423-71 32,-230 52-17,-193 19-15,-53 17 0,193-53 16,-193 53 0,141-35-1,-71 35 16,-35 0 1,-36 0-17,1 0 17,0 0-17,-18-18 32,-36 18-16,19-18-15,-1 1 0,0-19-1,1 36 1,-71-88-1,35 70 1,-159 1 0,-264 105 15,70 0-15,36-17-1,35 17 1,158-35-16,124-35 15,-352 105 1,211-70 15,141-35-15,35-1 0,18 1 15,-18-18-16,18 17 17,0 1-17,0 0 17,0-1 14,-53-17 158,18 0-189,18 0 16,-1 0-15,18 18 0,0 0 31</inkml:trace>
  <inkml:trace contextRef="#ctx0" brushRef="#br0" timeOffset="-185282.88">16422 7126 0,'0'0'0,"35"18"15,-17-1 1,17 1-1,-35 0-15,123 17 32,-105-35-17,53 35-15,-36-17 0,71 35 0,-71-36 16,635 283 0,-88 0-1,-194-141 1,142 158-1,-125-52 1,-158-106 0,-123-71-16,-89-35 15,212 123 1,-194-123 0,53 88 15,-71-105-16,-17 16-15,70 37 32,-71-54-17,-17-53 79,-17 1-78,-1-1-1,-35 18 1</inkml:trace>
  <inkml:trace contextRef="#ctx0" brushRef="#br0" timeOffset="-184086.45">20814 8714 0,'0'0'16,"0"88"15,0-71-31,0 1 0,0 17 16,0-17-16,-88 317 31,70-247-31,-17 106 31,17-141-15,0-17 0,18 69-1,0-69 1,0 69-1,0-69-15,0 52 32,0-70-17,0-1 17,-35-17 14,0-17-30,-53-72 15,0 36-15,-265-70 15,123 88-15,125 17-1,-248-52 17,212 52-17,53 18 1,-36 0 0,54 0-1,34 0 1,36 18 31,0-1 15</inkml:trace>
  <inkml:trace contextRef="#ctx0" brushRef="#br0" timeOffset="-179635.35">23989 8396 0,'-18'35'31,"-17"18"0,0 18 0,-1-36 1,1 0-17,35-17 1,-35 17-1,17-17 1,18 0-16,-17-1 0,-36 124 31,17-70-15,36-36-16,-35 159 31,35-106-15,0-35-1,0 71 17,0-89-32,0 0 15,0-17-15,0 53 32,0-36-17,0 35-15,18-70 16,-18 36-16,17 69 31,1 37 0,-18-125-31,18 19 32,-1-19-32,-17 54 31,18-36-16,-18-17-15,18 70 32,-18-18-1,17-17-15,-17-17 15,0-19-16,0 18 1,0 1 15,0-1 1,0-17-17,0 35 32,0 0-31,0-18 15,0 53 0,0-35 16,0-35-47,0-1 16,0 1-1,0 17 32,0 0-16,-17-35 16,-1-17-15,18-19-1,-35 36 0,-36-70-15,36 35-1,-159-1 17,106 19-17,-283-36 1,336 53-1,-124 17 1,-352 72 0,475-72-1,-246 71 1,212-70 0,34 0-16,-246 88 15,247-106 1,-230 105-1,54-87 1,-89 70 15,229-70-15,1-18-16,-301 53 16,318-36-1,-388 19 1,353-36-1,70 0-15,-105 0 0,88 0 16,-54 0-16,54 0 0,-159 0 16,35 0-1,-17 0 17,53 0-17,-19 17 16,72-17-15,52 0 0,-35 0-1,36 0 17,-1-17-17,18-1 1,0 0-1,-18 18 1,-17-105 0,35 34-1,-17-158 1,17-36 0,17 53-1,1 89-15,-18 70 0,123-617 31,-87 335-15,-36 282-16,-71-459 31,53 371-15,1 53-16,-1 35 0,0-35 16,-87-336-1,34 54 1,36 105-1,-18 142 1,18 17 0,35 89-1,17 17 1,18 0 0,-17 0-1,53 52 16,-1-16-15,-34-1 0,87 53 15,-105-70-31,17-1 16,0 19-16,-17-36 0,246 123 31,-70-17-16,-88-18-15,-35-70 0,493 246 32,-229-158-17,18-17 1,-124-37 0,-70-34-1,35 35 1,0-35-1,-53-1 1,18 1 0,-18 0-1,18 17 1,-36 18 0,-17-18-1,-35-17-15,-53-18 0,193 105 31,-123-87-15,1 0-16,140 123 31,-141-88-15,18 0 15,-88-53-15,-1 0-16,18 0 31,-17 17-15,35 1 15,-18 0-15,-17-1 15,0 1-16,-1-18-15,1 0 0,17 35 32,0-17-17,-17-18 1,35 0 0,-35 0-1,17 0 1,-17 0-16,-1 0 31,1 0-31,17-35 31,-17 35-15,-18-18-16,0 0 16,35 1-1,36-1 1</inkml:trace>
  <inkml:trace contextRef="#ctx0" brushRef="#br0" timeOffset="-147442.08">21378 8943 0</inkml:trace>
  <inkml:trace contextRef="#ctx0" brushRef="#br0" timeOffset="-147199.24">21378 8943 0</inkml:trace>
  <inkml:trace contextRef="#ctx0" brushRef="#br0" timeOffset="-146976.62">21378 8943 0</inkml:trace>
  <inkml:trace contextRef="#ctx0" brushRef="#br0" timeOffset="-144852.92">24024 8943 0,'0'0'0,"35"18"16,-35-1 0,0 1-1,0-1 16,0 1-15,0 0 0,0-1-1,-17-17 32,-1 0-16,1 0-15,-1 0 0,-17 0-1,-18 18-15,-88 70 32,70-17-17,-52-1 1,70 1-1,0-71 1,17 18 0,1-18-1,0 0 1,-18 0 0,18-36-1,-36 1 1,18 17-1,-35-17 1,53 17 0,-36-17-1,-35-35 1,-70-1 0,0-35-1,52 71-15,-70-53 16,-18 17-1,89 36 1,88 17-16,-1 1 0,-122-1 31,-1-17 1,71-1-17,17 19 1,18 17-16,18-18 0,-141-17 31,34 0-15,72 35-1,-18-18 1,70 18-16,-88-18 16,0 18-1,106-17-15</inkml:trace>
  <inkml:trace contextRef="#ctx0" brushRef="#br0" timeOffset="-142472.04">23760 9842 0</inkml:trace>
  <inkml:trace contextRef="#ctx0" brushRef="#br0" timeOffset="-113259.01">14711 16192 0,'0'36'187,"35"52"-171,-35-70-16,18-1 16,-18 1-16,0 0 15,0-1 1,0 1-1,0-1 1,0 1 0,0 0-1,0 17 17,0-17-17,0 17 1,0 0-1,0 0 1,0 1 0,0 17-1,0-18 1,0-17 0,0 34-1,0 37 1,0-19-1,0-52-15,0 88 32,0-71-17,-18-17-15,18 17 16,0 35 0,0-17-1,0 71 16,0-107-31,0 19 16,0 17 0,-18-36-16,18 107 31,0-71-15,0-18-1,-17 0 1,17-17-1,-18 17 1,18-17 15</inkml:trace>
  <inkml:trace contextRef="#ctx0" brushRef="#br0" timeOffset="-109447.36">15540 16845 0,'-18'0'31,"36"0"-31,-36 35 32,-17-17-1,17 0 0,18-1-15,0 19-1,0-19 1,0 1 0,0 0-1,0-1-15,0 54 31,36-54-15,-19 19 15,1-19-15,-18 1-16,35 0 16,-17-1-16,-18 1 15,35-1 16,0 19 1,1-36-1,-19 17-31,36 19 31,-18-36-15,18 0 15,-53-18-15,18 18-16,0-18 31,-1 18-15,36-35 30,-18 17-30,-35 1-16,0-1 16,18-17-1,0 17 17,-18 1-17,17 17-15,-17-18 0,0 0 16,0 1-1,36-54 17,-36 18-17,0-17 17,-18 34-1,18 19-16,0-1-15,0 0 16,-53-34 15,35 16-15,1 19 0,-36-1-1,18-35 16,17 18 1,0 35-17,-17-35 1,0 17 15,17 0-15,1 1 15,-19 17 0,19 0-15,-1 0 0,0 0 15,18 17 0,0 1-15,0 0 15,0-1-15,0 1 30,0-1-14,-17-17-1,-1 18-15,18 17-1,-18-17 1,18 17 15,-17-17-15,-19 0-1,36 17 1,0-18 15,0 1 0,-17 0 1,-1-18 15,18 17-32,0 1 1,-17-18-1,-1 18 17,18-1 30</inkml:trace>
  <inkml:trace contextRef="#ctx0" brushRef="#br0" timeOffset="-108285.59">15434 16916 0,'-18'0'79,"1"0"-33,-1 0-14,-17 0 15,17 0-32,1 0-15,-19 0 31,1 0-15,0 0 15,-1 0-15,19 0-16,-18 17 31,17-17-15,0 0-16,-35 18 31,36-18-15,-19 0 15,19 0-15,-19 0 15,36 18-16,-17-18 17,-1 0-17,1 0 17,-1 0 14,0 0-30,1 0 47,-1 0-48,0 0 32,36 0 47,-18 17-79,18-17 1</inkml:trace>
  <inkml:trace contextRef="#ctx0" brushRef="#br0" timeOffset="-168210.57">21890 16475 0,'17'0'32,"19"0"-1,-1-36-15,18 36 15,-18 0-16,18-17 1,-18 17 0,1 0 15,-19 0-15,19 0-1,-19 0 16,-17 35 79,-17-17-95,-1 17 1,0-35 0,1 0-16,-1 18 31,0-1-15,1 1-1,17 0 1,-53-18 15,35 0 0,1 0-15,-1 0 0,0-18 15,1 0-16,17 1 17,0-1 15,17 0-32,1 18 1,17-17-1,-35-19 1,36 36 0,-1 0 15,-18 0-15,1 0 15,0 0-16,-18 18 1,0 0 0,35-18-1,-17 0 1,-18 17 0,0 1-1,0 0 32,0 17-31,0 0-1,-36-17 1,36 17 15,-17-35-15,17 18-1,-18 17 1,-17-35 31,17 0-31,-17 0 30,35-18-14,0 1-17,0-1-15,0 0 32,0-34-1,0 34-16,0 0 1,18 1 0,17-19 15,-18 19-15,-17-1-16,36 0 31,-19 1-16,19 17 17,-19 0-17,-17-18 1,18 18-16,0 0 0,-18 18 16,0-1 15,0 19-16,-36-1 17,19 0-17,-1-17-15,0 0 32,1 17-17,-1-18 16,0-17 32,1 0-47,-1 0 15,1-17-16,-19-18 32,19 17-15,17-17-1</inkml:trace>
  <inkml:trace contextRef="#ctx0" brushRef="#br0" timeOffset="-166951.18">22278 16792 0,'18'0'62,"-1"0"-30,18 0-1,1 0-16,34 18 1,-52-1 0,70 36-1,-17-17 17,-36-19-1,-35 1 0,35-18 0,-35 18 1,18-18-1,17 53 0,0-18-15,-35 0 15,18-35-15,-18 18-16,18-18 46,-18 35-14,0-17-17,0-1 32,0 1-16</inkml:trace>
  <inkml:trace contextRef="#ctx0" brushRef="#br0" timeOffset="-165460.38">22013 16704 0,'-17'0'78,"-1"0"-62,0 0 15,1 0 0,-1 18-15,0-18-16,18 17 16,-35 1 15,0 0 0,17-1-15,1 1 31,-1-1-32,18 36 16,-18-53-15,18 18 0,0 17 15,0-17-31,0 0 31,0 17-15,0-17-16,0-1 31,0 1-15,0-1 31,0 1-16,0 0-16,0-1 1,-17-17 15,-1 0 1</inkml:trace>
  <inkml:trace contextRef="#ctx0" brushRef="#br0" timeOffset="-15089.93">12453 16175 0,'0'17'31,"18"1"-15,-18 35 0,0 0-1,0 70 16,0-34-15,0 34 0,-53 248-1,17 17 1,19-159 0,17-194-16,0 36 15,-18-36 1,18 18-1,0-18 1,0-17 15,0-1 1,0 1-1,0 17 0,-17-35 0</inkml:trace>
  <inkml:trace contextRef="#ctx0" brushRef="#br0" timeOffset="-13284.2">14446 16669 0,'-35'17'15,"17"19"32,1-36-31,-1 53 15,18-36-15,0 1-1,-18-1 1,1 1 0,17 0-1,0-1-15,-36 19 31,19-36-15,17 17 0,0 1-1,0-36 95,0 1-95,0-1-15,0 0 16,0-17 0,-18 17 15,1 1-16,-1 17 17,0 0 15,1 0-32,-1 0 16,0-18-15,1 18 31,-1 0-16,0 0-15,1 0-1,-1 35 1,1-35 0,-1 18-1,0 0 1,18-1 15,0 1 0,-17-18-15</inkml:trace>
  <inkml:trace contextRef="#ctx0" brushRef="#br0" timeOffset="-12456.57">13935 16598 0,'0'35'31,"0"-17"-15,-36 53 15,36-18-16,0-36-15,-35 36 32,18-18-17,-1 18 17,0-35-17,-35 0 16,53 17-15,-17-17 0,-19-1-1,36 1 1,-17-1 0,-1 1-1,-17-18 1,17 0-1,1-35 17,-1 35-17,18-18-15,-18-35 32,1 36-17</inkml:trace>
  <inkml:trace contextRef="#ctx0" brushRef="#br0" timeOffset="-11382.11">13617 16704 0,'18'0'297,"-18"18"-282,0-1 1,0 1 0,0 0-1,0 17 16,0-18-15,-18-17 0,1 18-1,17 0 1,-36-1 15,36 1-15,0 17 31,0-17-32,0 0 32,-17-1-16,-1-17 32</inkml:trace>
  <inkml:trace contextRef="#ctx0" brushRef="#br0" timeOffset="-10751.51">13264 16880 0,'-17'0'31,"34"0"47,1 0-62,0 18 15,-1 0-15,1-18-1,-18 17 1,18 1 0,17-18-1,-35 18 16,0-1-15</inkml:trace>
  <inkml:trace contextRef="#ctx0" brushRef="#br0" timeOffset="-9701.23">12982 16898 0,'-17'-18'47,"17"1"-16,0-19 16,35-16-31,-18-1 0,19-18-1,-19 18 1,1 36-1,0 17-15,-18-18 0,0-35 16,35 18 0,-17 17-1,-18 0-15,35-34 32,-17 52-17,-1-18 16,18 0-15,-17 18-16,0 0 31,-1 0-15,1 0 0,-18-17-1,18 17 1,-1 0-1,1 0 1,0 0 0,-1 0 15,1 0 16</inkml:trace>
  <inkml:trace contextRef="#ctx0" brushRef="#br0" timeOffset="-8405.88">13176 16651 0,'18'0'47,"0"0"-32,-1-18 16,18 18-15,1-17 15,-19 17-15,19 0 15,-1 0 0,-17 0-15,-1 0 0,1 0-1,-1 0 1,1 0 15,0 0-15,-1 0-1,1 0 1,0 17 15,-18 1 1,0 17-17,0-17 1,0 0-1,0-1 1,0 1 0,0 0-1,0-1 32,0 1 0,0-1 16,17 1-48,-17 0-15,0-1 16,0 1-1,0 0 32,0-1-31,0 1 15,0 0-15,-17 17 15,-1-35-15,0 0-1</inkml:trace>
  <inkml:trace contextRef="#ctx0" brushRef="#br0" timeOffset="-7553.61">13335 16916 0,'0'0'0,"0"17"156,0 1-125,0 17 16,-18-17-31,18 0 30,0-1 1,-35-17-15,35 18-1,-35-1-16,17 1 17</inkml:trace>
  <inkml:trace contextRef="#ctx0" brushRef="#br0" timeOffset="209136.19">15399 15875 0</inkml:trace>
  <inkml:trace contextRef="#ctx0" brushRef="#br0" timeOffset="209310.26">15399 15875 0</inkml:trace>
  <inkml:trace contextRef="#ctx0" brushRef="#br0" timeOffset="209465.23">15399 15875 0</inkml:trace>
  <inkml:trace contextRef="#ctx0" brushRef="#br0" timeOffset="211635.33">15487 15804 0,'0'-17'31,"-18"17"-15,18-18 15,0 1-16,0-1 1,0 0 0,0 1-1,0-1 1,0 0 15,0 1-15,0-36-1,0 35 17,0 0-17,0 1 1,0-1 15,0 1-15,18 17 31</inkml:trace>
  <inkml:trace contextRef="#ctx0" brushRef="#br0" timeOffset="213433.84">15628 15469 0,'-18'0'203,"1"0"-188,-1-17 48,0-36-48,18 35-15,-17-70 32,-18 70-32,-1-52 31,36 34-15,-17 36 109,-1 0-110,0 0 16,1 0 1,-1 0-1,0 0 16,1 18-16,-1 17 0,18-17-31,0 70 16,0-17 15,0-54-15,-17 1 15,17 17 0</inkml:trace>
  <inkml:trace contextRef="#ctx0" brushRef="#br0" timeOffset="-202296.98">33620 10760 0,'0'0'0,"0"17"0,-71 1 31,54-18-15,-19 0-16,-52 18 31,35-18-15,-17 0-1,-54 0 1,-17-18-1,0-17 1,-71 17 0,124 0-1,17-17-15,36 35 0,-265-17 32,159 17-17,-88 0 1,-106 35 15,123-18-15,177 1-16,-212 0 31,159-1-15,-53 1-1,35 0 1,53-18-16,18 17 15,-71-17 1,53 18 0,-18-18-1,36 0 1,-36 0 0,18 0 15,18-18-16,18 18 1,-1-17 0</inkml:trace>
  <inkml:trace contextRef="#ctx0" brushRef="#br0" timeOffset="-200223.27">33320 11712 0,'-18'0'47,"1"0"-31,-1 18 234,36-18-78,-1 0-157,1-18 1,17 1 15,-17-1 1,-1 0-17,1 18 32,17 0-31,-17 0 15,0 0 0,-1 0 0,19 0-15,-36 18 0,17 0 15,-17 17-15,0-18 15,0 36 0,0-35-31,-35 17 31,17-17-15,18 0-16,-17-18 31,-19 35 0,19-35-15,-1 0 0,0 0 31,1-35-16,-1 35-16,0-36 17,1 19-17,17-1 17,-18 0-17,18-17 16,0 17 16,18 18-31,-1 0 15</inkml:trace>
  <inkml:trace contextRef="#ctx0" brushRef="#br0" timeOffset="-199494.77">33073 11606 0,'0'18'94,"0"17"-63,0-17-15,0 0 15,0-1-15</inkml:trace>
  <inkml:trace contextRef="#ctx0" brushRef="#br0" timeOffset="-197983.95">32897 11642 0,'0'-18'15,"0"36"17,0-1 30,0 19-31,0-1 1,0 0-1,0 0 0,0-17 0,0 0 1,0-1-1,0 1 0,-18-18-15,0 0 46,18-18-30,-17 1-1,-1-1-16,18-17 1,-18-18 15,1 35 16,17 1-31,-36 17 15,19 0-15,-1 0-1,0 0 1,1 0 0,-1 17 15,1-17 0,17 35-15,0-17 15,0 0 94,0-1-109,0 1 46</inkml:trace>
  <inkml:trace contextRef="#ctx0" brushRef="#br0" timeOffset="-196637.73">32561 11553 0,'-17'0'359,"-1"18"-328,18 0-15,0 17 15,0-17-15,0-1 15,0 1-15,0 0 31,0-1-16,0 18 16,0-17-16,0 0 16,0-1-31,0 1 30</inkml:trace>
  <inkml:trace contextRef="#ctx0" brushRef="#br0" timeOffset="-195859.11">32403 11571 0,'0'18'46,"0"17"-14,-18-17-17,-17 35 17,35-18-17,0 88 1,-18-17-1,0 0 17,1-53-17,-1 53 17,18-89-17,0 1-15,0 35 31,0-35-15,0-1 0</inkml:trace>
  <inkml:trace contextRef="#ctx0" brushRef="#br0" timeOffset="-194766.16">31926 11924 0,'0'18'32,"-17"-18"-1,17 17-16,-18 1 17,0-1-17,1-17-15,-18 0 32,35 36-1,-18-36-16,0-18 17,1 18-1,-1-35 0,0 17-15,-35-52 15,53 52-15,0-17-1,-17-1 1,17 19-16,0-36 31,0 35-15,0 1-1,0-36 17,0 35-17,0 0-15,17 18 16,19-17 0,-36-1-1,0 0 1,17 18 15</inkml:trace>
  <inkml:trace contextRef="#ctx0" brushRef="#br0" timeOffset="-193718.08">31591 11677 0,'0'18'47,"0"-1"-16,0 1-15,0-1 15,0 1-15,0 0-1,0-1 17,-17 1-17,17 0 17,0 17-1,-18-17 16,18-1-32,0 1 32</inkml:trace>
  <inkml:trace contextRef="#ctx0" brushRef="#br0" timeOffset="-192912.94">31362 11677 0,'0'18'47,"0"17"-32,0 0 17,0-17-17,18 17 17,-1-17-1,-17 17-16,18-17 17,-18-1-1</inkml:trace>
  <inkml:trace contextRef="#ctx0" brushRef="#br0" timeOffset="-192048.44">31080 11747 0,'17'0'47,"1"18"-16,17-18 31,-17 0-46,0 0 0,-1 18 15,-17-1 0,18-17-15,-18 18-1,17 0 1,-17-1 15,0 1-15,0 0 31</inkml:trace>
  <inkml:trace contextRef="#ctx0" brushRef="#br0" timeOffset="-191418.95">31115 11747 0,'0'18'78,"0"0"-62,-18-1 0,18 1-1,-17 0 1,17-1 15,0 1 0,-18 0 1,0-18-17,18 17 1</inkml:trace>
  <inkml:trace contextRef="#ctx0" brushRef="#br0" timeOffset="-189863.56">30850 11730 0,'0'0'16,"-17"17"31,17 1-32,-36 35 17,19-18-1,-1 18 0,18-35-15,-17-18-1,17 18 17,-18-1 15,18 1-32,0-36 79,0-17-63,0-18 0,0 18-15,-18 35 0,18-18-16,-17 0 15,-1 1 17,-17-1-1,17 18 0,0 0 16,1 0-16,-1 0-15,18 18 15,0-1 0,0 1 16,0 0-31,0 17 15,0-17-15,0 17 15,0-17-15,0-1 15,-35-17 63</inkml:trace>
  <inkml:trace contextRef="#ctx0" brushRef="#br0" timeOffset="-189061.43">30339 11695 0,'18'0'93,"-1"17"-77,1-17 15,-18 18-15,35-18-16,-35 17 31,18 1-15,-1 0-1,-17-1 1,0 1 31,0 0-31,0 17-1,0 0 16,0-17 1,0 0 15</inkml:trace>
  <inkml:trace contextRef="#ctx0" brushRef="#br0" timeOffset="-188081.78">30268 11695 0,'0'0'0,"0"17"31,0 1 16,0-1-31,0 19 15,0-19 0,0 1-15,0 0-16,0 35 31,0-36 0,0 19 1,0-19-17,0 1 17,0-1 14</inkml:trace>
  <inkml:trace contextRef="#ctx0" brushRef="#br0" timeOffset="-187299.89">30092 11642 0,'-18'17'31,"18"1"0,0 35 1,0-36-1,0 1 0,0 0 0</inkml:trace>
  <inkml:trace contextRef="#ctx0" brushRef="#br0" timeOffset="-186266.31">29827 11695 0,'18'0'32,"0"0"15,-1 17 15,-17 1-31,18-1-15,-18 1 0,35-18-1,-35 18 16,0-1 16,0 1 0,0 0-16,0-1-31,0 1 32,0 0-1,0-1 16</inkml:trace>
  <inkml:trace contextRef="#ctx0" brushRef="#br0" timeOffset="-185663.44">29739 11677 0,'-17'18'94,"17"-1"-79,-18 1 16,18-1 1</inkml:trace>
  <inkml:trace contextRef="#ctx0" brushRef="#br0" timeOffset="-184035.27">29563 11677 0,'0'-18'125,"17"18"-109,1 0-1,0 0 32,-1 0-15,1 0-17,0 0 16,-1 0-15,-17 18 93,0 0-93,0-1 15,0 1-15,0-1 15,0 1 16,-17-18-16,-1 0 16,0 0 0,1 0 0,-1 0 62,0 0-15,18 18-78,0-1-16,0 1 31,0 17-15,-17 1 15,17-19 0,0 1 0,0 0 1</inkml:trace>
  <inkml:trace contextRef="#ctx0" brushRef="#br0" timeOffset="-180916.19">33091 12700 0,'17'0'63,"18"0"-32,-17 0-16,17 0 17,-17 18 15,0-18-32,-18 35 16,35-35 1,-17 18-17,-18-1 17,0 1 14,0-1-14,0 36-1,0-35 0,0 0-15,-36-1 15</inkml:trace>
  <inkml:trace contextRef="#ctx0" brushRef="#br0" timeOffset="-180201.19">33126 12912 0,'-18'17'93,"18"1"-77,0 17 0,-17 0-1,-1 18 16,18 0-15,-18-17-16,18-19 0,-17 19 31,-1 16-15,0-34 0,1 0 15,17-54 94</inkml:trace>
  <inkml:trace contextRef="#ctx0" brushRef="#br0" timeOffset="-178913.01">33038 12876 0,'0'-17'31,"0"34"-15,-36-17-1,19 36 1,-1-1 15,-17 0-15,17-17 0,18-1-1,-35-17-15,17 0 16,1 0 31,-1 0-32,0 0 32,1-17-31,17-1-1,0-17 1,0 0 15,0 17-15,17-70 15,1 35-15,0 0 15,-1 18 16,19 17-16,-36-17-15,0 17-1,17 18-15,-17-17 0,18-19 47,-1 19-15,19-36-17,-1 35 1,-35 0-16,18 1 31,-1-19-15</inkml:trace>
  <inkml:trace contextRef="#ctx0" brushRef="#br0" timeOffset="-177016.43">32632 12771 0,'0'17'109,"0"1"-78,-35-1 32,17-17 15,0 0-62,1 0 15,-1 18 94,18 17-63,0-17 17,0 0-48,-18-18 78,18 17-78,0 1 16,0 0-15,0 17 30,0-18-15,0 1-31,0 0 15,0-1 16,0 1-32,18-18 32,0 0 0</inkml:trace>
  <inkml:trace contextRef="#ctx0" brushRef="#br0" timeOffset="-176223.19">32367 12612 0,'0'17'32,"0"19"-1,0 34 0,0-52-15,0 0-1,0 17 1,-35-18 0,35 19-1,0-19-15,0 19 31,0-1 1,0-17-17,0-1 17,0 1-1,0-1-16,-18-17 32,1 0-15</inkml:trace>
  <inkml:trace contextRef="#ctx0" brushRef="#br0" timeOffset="-175287.76">31997 12841 0,'35'0'94,"-17"0"-63,17 0 0,-17 18 0,-1-1 1,1-17-17,-18 18 16,0 0 1,0-1-17,0 1 17,0 17 14,0-17-14,0-1-1,-18-17 31</inkml:trace>
  <inkml:trace contextRef="#ctx0" brushRef="#br0" timeOffset="-174730.99">31803 12718 0,'0'0'0,"0"17"94,0 1-63,-18 17-16,18-17 17,0-1-17</inkml:trace>
  <inkml:trace contextRef="#ctx0" brushRef="#br0" timeOffset="-173783.57">31468 12788 0,'17'0'93,"1"0"-61,0 0-17,-1 0-15,-17 18 16,18-1 15,0-17-15,17 36 15,-17-36-15,-18 35 15,17-17-15,-17-1 30,0 1-14,0 17-1,0-17 0,0-1 16</inkml:trace>
  <inkml:trace contextRef="#ctx0" brushRef="#br0" timeOffset="-173238.22">31503 12965 0,'0'17'156,"0"1"-125,0-1 0,0 1 1,0 0-17,0-1 17</inkml:trace>
  <inkml:trace contextRef="#ctx0" brushRef="#br0" timeOffset="-171283.34">32755 13582 0,'18'0'0,"0"0"31,-1 0-15,1 18 15,0-18 0,-1 0-15,1 17 0,17-17-1,-17 0 1,-1 35-1,1-35 17,17 0-17,-35 18 17,36-18-17,-19 18 1,-17-1-1,0 1 17,0 0-17,-35-18 1,35 35 15,-18-35-15,18 18-1,-17-18 1,-1 0 0,18 17-1,-18-17 1,18 18 0,-17-18-1,17 18 63,-35-1-62,35 1 31,17-18 62,1 0-62,-1 17-31,1-17-1,0 18 1,-1 0 15,19-18-15,-19 17-1,1 1 32,-18 0-15,0-1 30,0 19-46,-18-36 15,-17 0 0,17 0-15,1 0-1,-1 0 17,0 0-17,1 0 1,-18 0 31,17 0-32</inkml:trace>
  <inkml:trace contextRef="#ctx0" brushRef="#br0" timeOffset="-169902.03">32456 13847 0,'0'0'0,"17"0"109,1 0-78,17 0 1,-17 0-1,-1 0-16,1 0 1,0 0 31,-1 17-16,-17 1 0,36-1 1,-36 1-1,0 0 16,-18-1-32,0 1 48,1-18-47,-1 0 30,0 0-14,1 0 46,17 18-31,-36-18-16,36 17-15,0 1 15,0 0 0,0-1 16,0 1 0,0-1-16</inkml:trace>
  <inkml:trace contextRef="#ctx0" brushRef="#br0" timeOffset="-168823.97">32015 13917 0,'17'0'31,"1"0"0,-1 0 1,1 18-17,-18 17 16,35-17-15,-17 35 0,-18-36 15,35 18-15,-17-35 15,0 18-16,-1-18-15,1 18 32,-18-1-17,0 1 17,0 0-1,0-54 94,0 1-110,0 0-15,0-36 32,0 36-17,0 0 1,0 17 0,0 0-1,18-17 1,-1 35 15,1 0 16,-1 0-16</inkml:trace>
  <inkml:trace contextRef="#ctx0" brushRef="#br0" timeOffset="-167752.65">33267 14799 0,'18'0'125,"-1"0"-109,1 0 15,17 0-15,-17 0 15,-1 0-15,1 0 15,0 0 16,-1 0-32</inkml:trace>
  <inkml:trace contextRef="#ctx0" brushRef="#br0" timeOffset="-167065.35">33320 14799 0,'0'0'0,"-18"18"31,1-18-15,17 17-1,-36-17 17,36 18-17,-35 0 17,-18 34-1,53-34-16,-35-18 1,17 0 0,-17 18 15,35-1-31,-18-17 0,1 18 31,-1-18-15,0 35-1,1-35 17,-19 0-1,19 0 16,-1 0-32</inkml:trace>
  <inkml:trace contextRef="#ctx0" brushRef="#br0" timeOffset="-166525.59">33020 14781 0,'0'18'156,"-18"-18"-125</inkml:trace>
  <inkml:trace contextRef="#ctx0" brushRef="#br0" timeOffset="-165801.66">32791 14852 0,'0'18'31,"0"-1"-15,0 1 15,0 17-15,-18-35 0,18 35-1,-18-17 16,18 17-15,-17-35-16,17 36 31,0-19-15,0 1 15,0 0-15,17-18 78</inkml:trace>
  <inkml:trace contextRef="#ctx0" brushRef="#br0" timeOffset="-164942.54">32561 14728 0,'-17'18'15,"17"17"1,0-17 0,0 17-1,0 18 16,0-18 1,0-17-17,0 17 17,0 1 14,-18-19-30,18 1 31</inkml:trace>
  <inkml:trace contextRef="#ctx0" brushRef="#br0" timeOffset="-163980.62">32191 14605 0,'0'18'16,"0"-1"0,18-17 15,-18 36 0,0-19-15,0 1 15,0-1-15,0 1-1,0 0 17,0-1-17,0 1 16,0 0-15,0-1 0,0 1 31,0 0-32,0-1 16,0 1 1,0 17-17,0-17 1,0-1 0,0 1 15,0 0-16,0-1 17,0 19-1</inkml:trace>
  <inkml:trace contextRef="#ctx0" brushRef="#br0" timeOffset="-162844.19">31627 14764 0,'0'0'0,"17"-18"15,1 18 17,-18-18-1,17 18-16,1-17 17,0-1-17,-1 18 1,1 0 0,0 0 15,-1 0-16,1 0 1,0 18 47,-1-18-48,-17 17 16,0 1-15,0 35 15,0-18 1,0-17-17,0 35 16,0-18 1,0-17-17,0-1 1,0 1 31,0 17-32,0-17 48,0 0-47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23:05:49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22348 1411 0,'0'-18'31,"-17"18"0,-18 0-15,17 0-16,-17 0 16,-124 0-1,71 0 1,-142 18 0,36 0-1,53 17 1,124-17-16,-19-18 15,-52 17 1,70 1 0,1-18-1,-1 35 1,18 18 0,-53-35-1,53 17-15,0 71 31,0-88-15,0 34 15,36-34-15,-19 0 0,71 17-1,89 18 16,-89 0-15,-17-36 0,-36 1-1,-18 0 1,36-18 0,-35 0-1,0 0 1,17 0 15,35 0-15,-17 0-1,-35 0-15,0 0 0,88 0 32,-89 0-17</inkml:trace>
  <inkml:trace contextRef="#ctx0" brushRef="#br0" timeOffset="832.28">20779 1094 0,'0'17'0,"0"-34"0,0 70 16,0-18-16,0 194 31,-18-53 1,-17-105 14,35-36-46,0-17 16,0 0 0,0 17 15,0 35 0,0-52 0,-18 17-15,18-17 0</inkml:trace>
  <inkml:trace contextRef="#ctx0" brushRef="#br0" timeOffset="2124.01">20020 1147 0,'-18'17'47,"18"71"-32,-17-52 1,-1 17 0,-17-1-1,35-16 1,-18-19-16,1 19 31,-1-19-15,-17 19 15,-1-36 0,19 0-15,17-36 31,35 19-16,0-1-15,1 0-1,34 18 1,-52 0-16,-1 0 16,19 0-1,-19 0-15,54 0 16,0 0-1,-19 0-15,-16 36 16,87 17 0,-105-18-1,52 0 1,-52 18 0,-18-18-1,0 71 16,0-71-15,0-17-16,-35 70 31,-1-35-15,19 18 0,-18-18-1,-142 88 16,107-71-15,-89-17 0,-18 0-1,-69 0 17,122-71-17,71 1 1,35-1-1,-34-35 1,34 0 0,18 36-1,0-19 1,0 1 0,0-71-1,0 89-15</inkml:trace>
  <inkml:trace contextRef="#ctx0" brushRef="#br0" timeOffset="2847.57">19385 1411 0,'18'0'32,"-18"71"-1,-18 70-15,-70 70 15,53-105-16,35-70 1,-18 52 0,0-35 15,1-18-15,17-17 15,-18-1-16,0-17 1,1 0 0</inkml:trace>
  <inkml:trace contextRef="#ctx0" brushRef="#br0" timeOffset="3687.06">18344 1217 0,'53'0'32,"18"0"-1,-53 0-16,17 18 1,-18-18 0,-17 17-16,36-17 15,-1 0 1,18 53 15,-35-35-15,-1 0-1,18-1 1,-35 1-16,18 52 31,-18-52-15,0 17 0,0 18-1,0 0 1,0-35-16,-35 88 15,17-71 17,1 18-17,-19 0 1,36-36 0,-17 1-1,-19 35 16,1-35-15,35-1-16</inkml:trace>
  <inkml:trace contextRef="#ctx0" brushRef="#br0" timeOffset="4737.42">16827 1199 0,'-17'0'31,"-1"0"0,-35-17-15,36 17 0,-36 0-1,0 35 32,35 0-31,-35 106-1,36-88 17,17 18-17,0-1 17,0-52-17,0 0 1,0-1 15,17 1-15,36-18 15,-18 0-15,1-18-1,-1 18 1,-17 0-1,52 0 1,1 0 15,-18 0-15,-36 0 0,19 36-1,34-19 16,-52-17-15,-1 18 0,1 0-1,0-18 17</inkml:trace>
  <inkml:trace contextRef="#ctx0" brushRef="#br0" timeOffset="5530.31">16351 547 0,'-17'17'0,"17"1"0,0 53 16,-18-1-1,0-17 1,-17 35-1,35 18 17,0-53-17,0 0 1,0 18 0,0 34 15,0-34-16,0-1 1,0-34 0,0-19-1,0 72 1,0-72 0,0 1-1,0 35 1,-35 0-1,35-36 1,-18 19 0,18-1-1,0 0 1,-35 53 15,35-35-15,-18-35-1</inkml:trace>
  <inkml:trace contextRef="#ctx0" brushRef="#br0" timeOffset="6048.14">16069 1005 0,'0'18'63,"-35"53"-32,17-18 0,0-1-15,18-16-1,-35-36-15</inkml:trace>
  <inkml:trace contextRef="#ctx0" brushRef="#br0" timeOffset="7317.6">15963 1729 0,'0'17'16,"0"-34"-16,-17 52 15,17-17-15,-18 34 32,0-34-17,18 0 1,-17-18 0,-1 53-1,-35-36 1,53 1-1,-53 17 1,0-17 15,0-18-15,18 0 0,-36 0-1,54 0-15,-89-71 31,53 1-15,-17-1 0,34-35-1,-52-70 17,18-36-17,52 195 1,18-195-1,0 88 17,0 107-17,35-89 1,-17 106 0,17-53-1,-17 53 1,17 0-1,-17 18 17,-1-18-17,-17 53 1,36-18 0,-36 71 15,-18-18-16,18-17 1,0-1 0,-18-70-16,18 53 15,-35 18 17,35-36-17,-18 0 1,-17 18-1,0-53 1,17 53 0,-17-53-1,17 0 1,1 0-16,-1 0 0,-17 0 16,17 0-1,-17 0 1,17 0-1,-17 0 1,17-35 0,1-18-1</inkml:trace>
  <inkml:trace contextRef="#ctx0" brushRef="#br0" timeOffset="7687.38">14781 882 0,'-17'0'31,"34"0"-31,-34 88 32,17-70-32,0 17 15,-18 18-15,0-18 31,18 1-15,0-1 0,0-18-1</inkml:trace>
  <inkml:trace contextRef="#ctx0" brushRef="#br0" timeOffset="10298.4">18045 3246 0,'0'52'172,"0"142"-157,0-52-15,0-107 0,0 512 32,0-353-17,0-71-15,0-88 0,-18 406 31,18-282-15,0 123 0,18-70-1,-1-18 1,-17-70-16,18 17 16,17 106-1,0 264 16,36-211-15,-53-247-16,-18 511 31,0-334-15,0-195-16,-53 406 31,35-282-15,-17 123 234,17 265-235,18-89 1,0 124 0,35-370-1,18 123 1,-35 36 0,0-72-1,-1-246-15,1 582 31,-53 177 1,-54-89-17,-34-159 1,35-70 0,17-282-16,-17 70 15,-18 18 1,89-159-1,-36 177 1,35-107 0,89-70-1,-19 477 251,-52-407-250,18-122-16,53 793 15,34-283 16,19-599 1,-36 0-17,-17 0 17,-71-17 30,0-1-46</inkml:trace>
  <inkml:trace contextRef="#ctx0" brushRef="#br0" timeOffset="12360.76">24112 3845 0,'18'0'16,"0"0"31,17 0-31,-17-17 15,-1-1-16,1 18-15,-1 0 16,36 0 0,-35 0-1,17 0 1,36 0 15,-36 0-15,-17 18 15,-1 35-15,1-36-1,0 18 1,17 18 0,-35 18-1,18-36 1,-18 36-1,0-36 1,0 18 0,0-35-1,-53 70 1,35-71 0,-17 36-1,-1-35 16,-16-18-15,34 0 0,-35 0-1,-70-35 1,17-1 0,35 1-1,1 0 1,17 17-1,17-17 1,19 17 0,17-17-1,0-18 17,0 18-17,0 0 1,35 17-1,-17-17 17,-1 35-17,1 0 1,0 0 0,-1 0-1,19 0 1,-19 0 15,18 0-15,-35-18-1,18 18 1,0 0 0,17 0 15,-53 35 63,-17-17-79</inkml:trace>
  <inkml:trace contextRef="#ctx0" brushRef="#br0" timeOffset="13187.96">23283 4710 0,'-17'0'31,"-1"0"16,18-18-31,-18 0-16,-35-70 31,36-53-15,-18-124 15,17 212-16,18 18-15,-53-370 16,0-195 15,106-18 1,-53 477-17,0 35 1,35 106 15,36 53 0,-18-53-15,141 0 0,247-88 15,-212 53-16,36 17 17</inkml:trace>
  <inkml:trace contextRef="#ctx0" brushRef="#br0" timeOffset="18795.59">32650 9525 0,'0'18'31,"-18"-18"-15,-35 0-1,35 0-15,-70-36 16,-300 36 0,88 36-1,89-19-15,122-17 0,-228 53 16,-248-18 0,248-17-1,141 0-15,-759 35 31,582-18-15,141-35-16,124 0 0,-565 0 31,177 53-15,106-18 0,-36 18-1,318-35-15,-371 70 16,177-53-1,141-17-15,-88 17 16,-89-17 0,106-18-1,-105 0 1,-159-53 15,158 18-15,230-1-16,35 36 0,-388-53 31,265 36-15,-89-19-1,248 36-15,-160-17 16,-87 17 0,-89-18 15,176 18-16,160 0-15,-71 0 16,-1 0 0,19 0-1,-1 0 1,-35 0 0,-17 35-1,70-17 1,0-18-16,-141 0 31,124 18-15,17-18-16,35 0 0,-53 0 15,-70 0 1,-53 0 0,177 0-16,-354 0 31,248 0-16,105 0-15,-35 0 16,36 0-16</inkml:trace>
  <inkml:trace contextRef="#ctx0" brushRef="#br0" timeOffset="22561.85">29580 6526 0,'0'0'0,"0"-53"31,0 1-16,0 16 1,18-34 0,-18 52-16,53-35 31,18 18-15,-54 17-16,-17 1 0,265-89 31,-54 35-16,-158 54-15,424-142 32,-266 124-17,-52 17 17,-106 18-17,-35 18 1,-1-18-1,-17 35 1,0 18 0,0-36-1,0 19 1,-17 52 0,-19-53-1,36 0-15,-17 107 31,17-19-15,0-105-16,-36 246 31,19-105-15,17-53 0,-18 53-1,-17-1 1,0-87-1,35-36-15,-18 36 16,0-18 0,-17 70-1,17-88 1,1 1 0,-1-19-1,-35-17 1,18 18-1,-18-18 1,35 0-16,-52 0 16,-36 0-1,-106-71 1,-35-17 0,124 35-1,17 0 1,-70-70-1,34 35 1,72 35 0,-1-18-1,-17 1 1,53 17 0,0 17-1,35 19-15,-18-18 16,-35-36-1,53 53-15,0 1 16,0-54 0,0 1 15,53-19 0,70 19 0,-87 35-15,52-1 0,-88 19-1,70-19-15,-34 19 0,-19-19 16,19 1-16,158-71 31,-159 71-15,106-18-1,88-53 1,-17-35 15,-141 106-15,-36 17 0,-17 18-16,-1 0 15,36 0 32,-18 0-31,-17 0-1,0 0 1,-1 0-16,71 36 31,-70-36-15,17 17-1,18 18 1,-35-17 0,0-18-16,-18 18 0,17-18 15,54 53 1,-36 35 0,0-53-1,-17 18-15,35 18 31,-18-18-15,-35-18-16,18 18 16,17 35-1,18-18 17,-18 1-1,-17-36-16,-18 18 1,18-18 0,-18-17-1,0 17-15,0 71 32,-36 0-17,19-71-15,-1 36 16,-17-53-16,-1 34 15,-87 142 17,105-194-32,1 36 0,17-19 15,0 1-15,-18 0 0,0-18 16,-34 53 0,34-18-1,-35-17 1,-18 17 15,-17 35 0,-53-17-15,18-35 15,105-18-15,-17 18-16,-53-1 31,-71 1 0,53-18-15,0 0 0,88 0-1,-105 0 1,52-18-1,-34 18 1,69-17 0,-34-19-1,17 19 1,0-36 0,35 53-16,18-18 0,-53-52 15,36 70 1,-36-89-1,53 1 17,0 18-17,0 17 1,0-53 0,-18 35-1,18 18 1,0 0-16,0-17 15,0-1 1,0 54-16,18-195 31,35 36-15,0-36 15,-53 177-31,53-71 16,-1 35-1,1-35 17,36 36-1,-36-1 0,-1 54-15,-34 17-1,0 0 1</inkml:trace>
  <inkml:trace contextRef="#ctx0" brushRef="#br0" timeOffset="24445.56">31115 11871 0,'18'35'94,"-1"-35"-78,89 36-1,-88-19 1,88 54 0,-18-18 15,-18-18 0,-52 0-15,35 0-1,-18 18 17,-17-53-17,17 53 16,-35-35-15</inkml:trace>
  <inkml:trace contextRef="#ctx0" brushRef="#br0" timeOffset="25101.43">31291 11994 0,'-53'0'32,"36"18"-1,17 17 0,-35 54-15,35-72-1,-36 54 1,19-54-16,-19 89 31,1-35-15,-18-18-1,18 0 1,17-53-16,-35 53 31,-17-1-15,52-52 0,-17 0-1,-36 0 16,54 0-15,-1 0-16,-70 0 31,88-17-15,0-1-16,-18 1 16</inkml:trace>
  <inkml:trace contextRef="#ctx0" brushRef="#br0" timeOffset="25593.99">30833 11924 0,'0'70'31,"-18"-17"-15,-35 36-1,18-1 1,17-53 0,1 36-1,17-54 1,0 1-16,0-1 0,0 1 15,0 0 1</inkml:trace>
  <inkml:trace contextRef="#ctx0" brushRef="#br0" timeOffset="27064.51">30780 11959 0,'0'18'31,"0"-1"0,0 1-15,0 0 0,0 35-1,-35 17 1,-1 54 15,19-89-15,-1 0-1,18-17 17,-18 17-17,18-17 16,-17-1-15,-1 1 0,0-18 15,1 18-15,-1-18 15,1 0 16,-1-53-32,0-35 1,-35-18 15,53 70 0,-17 19-15,-1 17 0,18-18-1,-35 18 17,0 0-17,-1 18 1,36-1-1,-17-17-15,17 18 0,-18 0 32,-17 35-17,35-36 1,-18 1 0,0 0-1,1-1 16,-1 18-15,18-17 0,0 0 31,0-1-32,0-34 48</inkml:trace>
  <inkml:trace contextRef="#ctx0" brushRef="#br0" timeOffset="27620.85">30180 11924 0,'-18'0'47,"1"70"-16,17-34-15,-53 17 15,53-36-15,0 1-16,0 0 0,0 17 31,-18 0-15,18-17-1,-17 17-15,17 0 31,-18 18 1,18 0-1,-18-53-15</inkml:trace>
  <inkml:trace contextRef="#ctx0" brushRef="#br0" timeOffset="28467.55">29951 12012 0,'-18'0'62,"18"18"-46,0-1-1,-17 19 1,17-1 0,0 35 15,-18 1 0,18 52 0,0-105-31,-35 53 16,17-18 15,-17-36-15,-1 19 15,1-1-15,0-35-16,-36 35 31,-17-17-15,-35-1-1,34 1 1,1 0 0,53-1-1,-36-17 1,54 0-1,-1 0 1,1 0 0,-1-17-1,18-1 1</inkml:trace>
  <inkml:trace contextRef="#ctx0" brushRef="#br0" timeOffset="29213.88">29245 12012 0,'18'0'31,"0"0"-15,-1 0-1,1 0 1,-1 18 0,19-1 15,-1-17 0,0 18-15,-17 0-1,0-18 1,-1 0 0,1 0-16,-18 17 31,0 1-16,0 0 1,0 87 15,-18-87-15,1 17 0,17 1 15,-18-19-16,-17 1 1,35-1 0,0 1-16,-18 0 31</inkml:trace>
  <inkml:trace contextRef="#ctx0" brushRef="#br0" timeOffset="29750">29157 12382 0,'-18'0'46,"1"0"-14,17 18-17,-18 0 17,1-18-17,-1 0 1,0 17-1,1 1-15,-1 0 32,18-1-1,-18-17-15,1 0-16</inkml:trace>
  <inkml:trace contextRef="#ctx0" brushRef="#br0" timeOffset="31335.67">25065 12030 0,'-18'0'16,"18"-18"62,35 18-63,36 0 17,-53 0-17,52 0 1,-17 35 15,-18 18 0,-17-35-15,17 52 15,-17-34-15,-18-19 0,0 54-1,0-1 32,0-34-31,-53 34 15,18-52 0,0 0-15,17-18-1,-35 0 1,18 0 15,17 0-31,-35-18 16,18 0 15,0-35-15,-1 18 15,19 17-15,17 1-1,0-1-15,-18-17 16,18 17 15,0 1-15,0-1-1,18 18 17,-1 0-17,1 0 17,0 0-17,-1 18 16,1-1 1</inkml:trace>
  <inkml:trace contextRef="#ctx0" brushRef="#br0" timeOffset="32303.4">24095 12083 0,'0'-18'15,"17"18"1,1 0 15,17 18-15,18-18 0,-35 0-1,-1 17-15,1 1 16,17-18 15,18 18-15,-35 17-1,0-18 1,17 1 15,-18 0-15,1-1-1,0 1 1,-1 17 0,-17-17-1,0 17 17,0-17-17,0 17 16</inkml:trace>
  <inkml:trace contextRef="#ctx0" brushRef="#br0" timeOffset="33218.92">24236 12382 0,'-35'18'31,"17"0"-15,18-1 15,-35 1-15,17 0 0,0-18-1,1 17-15,-54 19 31,-17-1-15,53-17-16,-106 17 31,88-35-15,-71 0 0,36 0-1,35-18 1,-35-17-1,-36-106 17,71 35-1,36 18-15,17 70-16,0-105 31,0-18-16,0 35 17,17 70-17,-17 19 1,18-1 0,0 0-1,17 18 1,-17-35-16,17 18 31,36-1 0,-54 18-31</inkml:trace>
  <inkml:trace contextRef="#ctx0" brushRef="#br0" timeOffset="33689.35">22842 12312 0</inkml:trace>
  <inkml:trace contextRef="#ctx0" brushRef="#br0" timeOffset="35295.11">21855 12206 0,'17'0'31,"1"0"-15,17 0 30,0 0-14,1 18-1,-19-18-15,36 0-1,-53 17 1,36-17-1,-19 0 1,-17 18 0,18-18-1,-1 18 1,-17-1 0,0 19 15,0-1 0,0-18-15,-17 1 15,17 0-31,-35 17 16,-1-17 30,19-18-30,-1 0-16,-17 0 31,35-18-15,-53-17 15,17-1 0,19 36-31,-1-35 32,18 0-1,18 17 16,-1 18-16,-17 18-15,18 0-1,0-1 1,-18 18 15,0 18-15,0 0 15,-18-35-15,0 17-1,18 18 1,0-35 0,-35 17-1,18-17-15,17 52 31,-36-52-15,1 17 15,17 18 1,1-35-1,-1 17-16,0-17 1</inkml:trace>
  <inkml:trace contextRef="#ctx0" brushRef="#br0" timeOffset="36907.42">19350 14411 0,'0'-18'31,"0"-17"-15,53 17 15,17-17-15,-52 35-16,17 0 16,142-35-1,122-36 1,90-17-1,422-124 17,-494 142-17,-140 35 1,-124 17-16,-18 18 16,335 0-1,-140 18 1,-36-1-1,106 19 1,-142-19 0,-52-17-16,-71 18 0,565 17 31,-353-17-15,-18 17-1,71-17 1,-141 17-1,159-35 1,52 18 0,265-18 15,-229 0-15,-159 0-1,-71 0-15,-105 0 0,599 0 31,212-36 1,-424 36-17,-87-53 1,140 0 0,-105 18-1,53 18 1,-265-19-1,582-70 17,-617 89-17,123-1 1,-35 18 0,-36 0-1,-34 0 1,52 0-1,-88 0 1,88 0 0,-87 0-1,-89-35 1,-1 35-16,-52-18 0,53 1 31,-53-1 0,-17 0-15</inkml:trace>
  <inkml:trace contextRef="#ctx0" brushRef="#br0" timeOffset="38206.01">25700 6491 0,'-18'0'0,"1"0"16,17-18 0,-18 18 15,-17 0-16,-36-17 1,18 17 0,36 0-16,-36-18 31</inkml:trace>
  <inkml:trace contextRef="#ctx0" brushRef="#br0" timeOffset="38597.05">24412 6544 0,'-106'0'47,"53"0"-31,36 0-1,-18 0 1,17 0 0</inkml:trace>
  <inkml:trace contextRef="#ctx0" brushRef="#br0" timeOffset="38848.6">23424 6544 0,'-17'0'15,"34"0"-15,-122 0 16,-1 0 15,35 0-15,-70 35 15</inkml:trace>
  <inkml:trace contextRef="#ctx0" brushRef="#br0" timeOffset="39034.51">22401 6579 0,'0'0'0,"-17"0"0,-36 0 16,0-17 0,0 17-1,53-18-15,-35 18 16,-18-18-1</inkml:trace>
  <inkml:trace contextRef="#ctx0" brushRef="#br0" timeOffset="39361">21043 6491 0,'-70'0'16,"52"0"-16,-17 0 16,17 0-1,0 0-15,-17 0 16,-18 0 0,36 0-16,-19 0 15</inkml:trace>
  <inkml:trace contextRef="#ctx0" brushRef="#br0" timeOffset="39544.47">20232 6526 0,'-141'0'31,"282"0"-31,-388 0 31,159 0-15</inkml:trace>
  <inkml:trace contextRef="#ctx0" brushRef="#br0" timeOffset="40231.98">20038 6932 0,'0'0'0,"53"0"31,-36 18-16,1-18 1,17 0 0,-17 0-1,17 0 1,-17 17-16</inkml:trace>
  <inkml:trace contextRef="#ctx0" brushRef="#br0" timeOffset="40450.78">20655 7038 0,'0'0'0,"194"18"16,-141-18-1,-35 0-15,140 35 31,19 0 1,-142-35-32</inkml:trace>
  <inkml:trace contextRef="#ctx0" brushRef="#br0" timeOffset="40625.03">21731 7161 0,'18'0'0,"-36"0"0,71 0 16,53 0-1,-71 0 1,-17 0-16,-1 0 16,36 0-1</inkml:trace>
  <inkml:trace contextRef="#ctx0" brushRef="#br0" timeOffset="40823.08">22296 7091 0,'0'0'0,"141"-18"31,-106 1-15,-17 17-1,-1 0-15,54-18 16,-54 18 0,36 0-16</inkml:trace>
  <inkml:trace contextRef="#ctx0" brushRef="#br0" timeOffset="40997.25">23142 7038 0,'18'0'0,"-36"0"0,212 0 16,-176 0-1,158 0 1,-123 0 0,88 0-1</inkml:trace>
  <inkml:trace contextRef="#ctx0" brushRef="#br0" timeOffset="41176.15">24042 7038 0,'0'0'0,"53"0"16,-18 0-16,18 0 31,-18 0-16,0 0 1,1 0 0</inkml:trace>
  <inkml:trace contextRef="#ctx0" brushRef="#br0" timeOffset="41347.86">24571 7056 0,'0'0'0,"71"0"32,-19 0-17,1 17 1,-35-17-16</inkml:trace>
  <inkml:trace contextRef="#ctx0" brushRef="#br0" timeOffset="41544.47">24941 7091 0,'106'0'32,"-212"0"-32,265 0 15,-71 0 17,-35 0-17,0 0 16,-18 0-15</inkml:trace>
  <inkml:trace contextRef="#ctx0" brushRef="#br0" timeOffset="41987.27">25894 7338 0,'0'0'0,"0"17"78</inkml:trace>
  <inkml:trace contextRef="#ctx0" brushRef="#br0" timeOffset="42344.96">25647 7461 0,'-35'0'16,"70"0"-16,-106 0 16,-34 18 15,-178 52 0,54-34 0,53-1-15,105-35-16,53 0 0,-193 18 31,105-18-15,-18 0-1,54 0 1,-1 0 0,1 0-1,-1-18 1,36 0 0</inkml:trace>
  <inkml:trace contextRef="#ctx0" brushRef="#br0" timeOffset="42547.2">23707 7585 0,'-36'-18'31,"72"36"-31,-125-54 31,54 36 0,18 0-15,-1 0-16,0-17 16</inkml:trace>
  <inkml:trace contextRef="#ctx0" brushRef="#br0" timeOffset="42725.24">23230 7497 0,'-105'0'32,"87"0"-32,141 0 15,-264 0-15,106 0 16,35-18-16,-18 18 0,1 0 16</inkml:trace>
  <inkml:trace contextRef="#ctx0" brushRef="#br0" timeOffset="42898.49">22772 7479 0,'-53'0'32,"106"0"-32,-141 0 15,70 0-15,0 0 16,1 0-1,-19 0-15</inkml:trace>
  <inkml:trace contextRef="#ctx0" brushRef="#br0" timeOffset="43090.95">22207 7479 0,'-53'0'31,"106"0"-31,-158 0 16,69 0-1,-70 0 1</inkml:trace>
  <inkml:trace contextRef="#ctx0" brushRef="#br0" timeOffset="43248.32">21555 7532 0,'-18'0'15,"36"0"-15,-159 17 32,105-17-32,-17 0 0,36 0 15</inkml:trace>
  <inkml:trace contextRef="#ctx0" brushRef="#br0" timeOffset="43482.23">21008 7567 0,'0'0'0,"-18"0"16,-17 0-16,-18 0 31,-35 18-15,70-18-1,-35 0 1,0 0-16</inkml:trace>
  <inkml:trace contextRef="#ctx0" brushRef="#br0" timeOffset="43784">20338 7602 0,'-53'0'0,"106"0"0,-159 0 16,88 0 0,-35 0-1,0 0 16,36 0-15,-1 0 15,-17 0-15,17 0 0,0 0-1,1 0 1,-36 0 15</inkml:trace>
  <inkml:trace contextRef="#ctx0" brushRef="#br0" timeOffset="44381.21">20002 7973 0,'18'0'32,"0"0"15</inkml:trace>
  <inkml:trace contextRef="#ctx0" brushRef="#br0" timeOffset="44567.2">20338 8008 0,'17'0'0,"-34"0"0,87 0 16,36 18 0,-53-18-1</inkml:trace>
  <inkml:trace contextRef="#ctx0" brushRef="#br0" timeOffset="44767.68">21078 8132 0,'18'0'0,"-36"0"0,124 17 15,-70-17 1,34 18 0,-17-18-1,0 0 16</inkml:trace>
  <inkml:trace contextRef="#ctx0" brushRef="#br0" timeOffset="44955.08">21572 8220 0,'18'0'0,"-36"0"0,89 0 16,-18 0-1,-18 0 1,0 0-16,71 0 31,-71-36-15</inkml:trace>
  <inkml:trace contextRef="#ctx0" brushRef="#br0" timeOffset="45138.34">22384 8114 0,'158'-18'31,"-122"1"-15,17 17-1,-36 0-15,1 0 16,0 0-16</inkml:trace>
  <inkml:trace contextRef="#ctx0" brushRef="#br0" timeOffset="45330.12">23036 8079 0,'124'0'31,"-248"0"-31,318 0 16,-70 0 15,-89 0-31</inkml:trace>
  <inkml:trace contextRef="#ctx0" brushRef="#br0" timeOffset="45515.85">23918 8043 0,'0'0'0,"71"0"15,-53 0-15,-1 0 0,89-17 32,-71 17-17,-17 0-15,52 0 31</inkml:trace>
  <inkml:trace contextRef="#ctx0" brushRef="#br0" timeOffset="45692.2">24589 8008 0,'53'0'0,"-36"0"0,124-18 31,-105 18-15</inkml:trace>
  <inkml:trace contextRef="#ctx0" brushRef="#br0" timeOffset="45878.42">25118 7990 0,'0'0'0,"88"-17"16,-53 17-1,-35-18-15,53 18 16,-35 0-16,35 0 31</inkml:trace>
  <inkml:trace contextRef="#ctx0" brushRef="#br0" timeOffset="46050.66">25559 7937 0,'0'0'0,"35"-35"16,-17 35-16,52 0 31,-35 0-16,-17 0 1</inkml:trace>
  <inkml:trace contextRef="#ctx0" brushRef="#br0" timeOffset="46782.84">25735 8484 0,'0'-17'31,"-18"17"31</inkml:trace>
  <inkml:trace contextRef="#ctx0" brushRef="#br0" timeOffset="46972.86">25347 8467 0,'-18'0'0,"36"0"0,-194 0 31,123 0-31,35 0 0,-105 0 32</inkml:trace>
  <inkml:trace contextRef="#ctx0" brushRef="#br0" timeOffset="47176.63">23989 8396 0,'-18'0'0,"36"0"0,-142-18 15,36 1 1,53 17-1</inkml:trace>
  <inkml:trace contextRef="#ctx0" brushRef="#br0" timeOffset="47357.74">23495 8361 0,'-35'0'32,"70"0"-32,-88 0 15,0 0 17,36 0-32</inkml:trace>
  <inkml:trace contextRef="#ctx0" brushRef="#br0" timeOffset="47576.58">22931 8396 0,'-89'0'16,"72"0"-16,-107 35 31,71-35-16,18 18 1,-18-18 0,0 0-1,0 18 1</inkml:trace>
  <inkml:trace contextRef="#ctx0" brushRef="#br0" timeOffset="47798.61">21890 8520 0,'-141'0'31,"282"0"-31,-300 0 16,124 0-16,-89 0 31,54 0-16</inkml:trace>
  <inkml:trace contextRef="#ctx0" brushRef="#br0" timeOffset="48140.83">20761 8502 0,'-35'0'0,"-18"0"31,17 0-15,-16 0 15,16 0-15,19 0-1</inkml:trace>
  <inkml:trace contextRef="#ctx0" brushRef="#br0" timeOffset="53456.18">12047 3986 0,'18'0'0,"0"0"32,17 0-17,35 0 17,-52 0-17,17 0 1,1 0-1,-19 0 1,19 0 0,16 18 15,1 17-15,-17 1-1,34 16 1,-34 1-1,-19-17 1,1-36 0,-18 53-1,0 0 1,0-18 0,0 35-1,-18 19 1,18-54-16,-17 18 15,-36 35 1,35-35 0,0-18-1</inkml:trace>
  <inkml:trace contextRef="#ctx0" brushRef="#br0" timeOffset="54144.84">12224 4410 0,'0'17'62,"0"1"-46,0 0-1,0 17 1,0 18 0,0-36-1,0 1 1,0 17-1,0-17 1,-18 17 0,18-17-1,-18 0 1,1-18 15</inkml:trace>
  <inkml:trace contextRef="#ctx0" brushRef="#br0" timeOffset="54829.27">11501 4127 0,'17'0'0,"36"0"31,-18 0 0,1 18 1,-19-18-32,36 18 31,-53-1-15,18 1-16,-1 0 31,1 17-16,0 0 1,17 18 0,-17-53-16,-1 88 31,1-52-15,0 17 15,-18-36-16,0 1 1,0-1 0</inkml:trace>
  <inkml:trace contextRef="#ctx0" brushRef="#br0" timeOffset="55231.15">11730 4568 0,'0'36'125,"-18"-19"-109,18 1 0,-35 0-1,35-1 1,-18 1-16</inkml:trace>
  <inkml:trace contextRef="#ctx0" brushRef="#br0" timeOffset="56305.51">11201 4163 0,'-18'53'62,"18"0"-46,-18-36-1,1 71 1,-1-17 15,-17-18 1,17-53-1,36 0 47,-1 0-62,1-35-1,35 35 16,-35 0-15,-1 0 0,1 0-1,0 17 1,17 19 0,0 34 15,-17 1-16,-18 34 17,0-87-17,0 0 1,-35 17 0,17-17-16,0 17 31,1-35-16,-1 0-15,-35 18 32,0-18-17,35 0-15,-87-53 32,69 17-17,-17 19 1,1-19-1,52 1-15,0 18 16</inkml:trace>
  <inkml:trace contextRef="#ctx0" brushRef="#br0" timeOffset="57173.21">10883 4374 0,'0'36'47,"-17"-1"-32,-1-17-15,18-1 0,-18 36 32,1-18-17,-19-17 1,36 17-1,0-17 1,0 0 0,-17-1-1,-1-17 1,0 0 31,1 0-16,17-17-15,0-1-1,0-17-15,-18 17 16,18-17 0,0 17-1,0-17 1,0 17-1,0 1 1,-35 17 15,17 0-15,18 17 0,-17 19-1,-19 16 16,19-34-15,17 17 0,-18-35-1,0 0 1,18 18 0,0 0 15</inkml:trace>
  <inkml:trace contextRef="#ctx0" brushRef="#br0" timeOffset="57785.48">10372 4198 0,'0'0'16,"-18"53"15,18-18-15,-18 53-1,1 1 17,-1-36-17,18-36 1,0 18 0,0-17-1,-35 35 1,17-35-1,1-1 1,-1 1 0,0-18-1,18 18-15,-17-18 0,-36 17 32,35-17-17,-17-17 16,0-1-15</inkml:trace>
  <inkml:trace contextRef="#ctx0" brushRef="#br0" timeOffset="58219.84">9948 4269 0,'18'0'15,"-18"17"32,0 1-31,0 0-16,0-1 0,0 107 31,0-71-15,0-36-16,0 18 31,0-17-15</inkml:trace>
  <inkml:trace contextRef="#ctx0" brushRef="#br0" timeOffset="58842.9">9560 4304 0,'36'0'63,"-36"18"-48,52-18 1,-34 17 0,0 1-1,-1-1 1,19 19-1,-19-19 17,1 19-17</inkml:trace>
  <inkml:trace contextRef="#ctx0" brushRef="#br0" timeOffset="59405.44">9666 4374 0,'-18'0'47,"-34"36"-16,52-19-15,-18 19-1,0 17 1,1-36 0,-1 1-16,-53 35 15,36 0 16,-71-36 1,89-17-17,-72 0 1,72 0 0,-107 18-1,-34 0 16</inkml:trace>
  <inkml:trace contextRef="#ctx0" brushRef="#br0" timeOffset="60040.02">8008 4269 0,'-18'17'15,"18"19"16,-35-36-15,35 17-16,-18 36 16,1-18 15,-18 1 0,-18-1 0,17-35-15,1-18 15,0 18 16,-18-53-16,53 18-15</inkml:trace>
  <inkml:trace contextRef="#ctx0" brushRef="#br0" timeOffset="61008.08">7743 4092 0,'18'0'31,"0"0"-15,-18 35 0,0-17-1,0 17 17,0-17-1,0 17-16,0 1 32,-18-36-31,18 17 0,0 1-1,-18 0 16,1-18-15,17 35 0,-18-18 31,1 1-16,-1 0-16,0-1 32,18 1-31,0-36 78,0-17-63,18-18 0,0 53-15,-18-17-1,17 17 1,-17-18 0</inkml:trace>
  <inkml:trace contextRef="#ctx0" brushRef="#br0" timeOffset="61955.83">7444 4639 0,'0'-18'31,"0"-35"-15,0-52 15,0 16 0,17 1-15,1-71 15,0 142-15,-18-36-16,52-71 15,-34 54 1,-18 35-1,35-106 1,-17 52 0,17 1 15,-17 70 0,0 18 0,-1 18 1,1 0-1,-1-18-15,1 35-1,-18-17 16,0-1-15,0 1 0,0 35-1,0-35 1</inkml:trace>
  <inkml:trace contextRef="#ctx0" brushRef="#br0" timeOffset="62492.71">7179 4092 0,'0'18'31,"0"-1"-15,0 1 15</inkml:trace>
  <inkml:trace contextRef="#ctx0" brushRef="#br0" timeOffset="66368.17">15293 6685 0,'0'18'15,"0"35"17,0 17-32,0-52 0,-18 335 31,-35 176-15,36-459-16,-89 777 31,71-406-16,35-282 1,17 35 0,89 247 15,-53-247-15,88 247 15,-141-388-16,18-36-15,-1-17 32,-17-17-1,0-54-15,0 53-16,0-34 15</inkml:trace>
  <inkml:trace contextRef="#ctx0" brushRef="#br0" timeOffset="68613.75">15205 10160 0,'0'35'31,"-71"1"0,1-1-15,-266 35 0,-175 19-1,-918-37 16,565-122-15,529-18 0,-371-89-1,495 124-15,-671-211 32,176 140-1,194 124 0,389 0-31,-300 18 31,370-18-31,-247-18 16,35 1 15,177-19-15,-212 19-1,283 17 1,-336 0 0,-247 0 15,565 0-15,-318 0-1,36 35 16,299-35-15,-35 18-16,18-18 0,-142 35 16,160-35-1,-71 35 1,-54 71 15,107-88-15,-88 52-1,87-70 32,19 0-47,17-35 16,0-53 15,0-18 0,17 88-15,-17 1-16,36-124 16,-36 123-1,88-176 1,-71 141 0,107-229-1,-106 247 1,158-406-1,-141 299 1,124-193 0,-88 159-1,-19 88 17,-52 52-17,18 19 1,-18-1-1,18 18-15,70-106 32,-35 1-17,88-72 17,-141 142-17,71-53 1,-36 52-1,0 36 17,0-17-1,-17-1 0,70-17-15,177-89 15,17 36-15,-70 53-1,881-71 17,-810 88-17,105 18 1,17 0-1,-175 0 1,228 18 0,-34-18-1,-54 0 1,-123 0 0,335 0-1,-511 0-15,175 0 16,-69 0-1,-71 0-15,-71 0 16,88-18-16,-87 18 0,546-105 31,-71 16 1,-281 36-17,140-35 16,-123 35-15,265-35 15,-283 53-15,0 17 0,-105 18-1,-71 0-15,-18 0 16,-18 0-16,36 0 0,-17 0 0,-1 0 31,-17 0-15,-18 18 15</inkml:trace>
  <inkml:trace contextRef="#ctx0" brushRef="#br0" timeOffset="71672.78">15134 12577 0,'0'52'63,"0"107"-48,0 159 16,0-71-15,0-177-16,-17 389 31,-1-424-31,18 124 16,-18 335 15,18-441-31,-17 282 31,-19 88 1,36-405-32,-17 70 15,-1 141 1,-17-35 0,17-176-16,0 88 15,-17-18 1,18 0-1,-36-53 17,35-35-32,0 18 31,1-18-15,-1 18-16,-17-18 15,-36 53 1,-35 0-1,-123 88 1,70-36 0,-246 1 15,122-35-15,-87-18-1,0-18 1,105-17-1,-652-71 17,582-53-17,211 71-15,-581-54 32,528 72-17,-228-36 1,17 35-1,70-17 1,124 0-16,-159-18 16,-52-18-1,-230-105 17,70 88-1,459 70-31,89 18 0,-442-35 31,230-18-15,193 53-16,-369-88 31,264 52-15,52 1-1,-34 35 1,-36 0-1,142 0-15,-72-18 16,-16 1 0,-1 17 15,17 0-15,-16-18 15,52 1-16,53-19 1,-18 1 0,18 17-16,0-52 31,18-18-15,-1 35-1,19-53 1,17 18-1,-36 35 1,-17 35-16,18-70 0,17 0 16,18-71-1,-53 124-15,88-212 32,-52 176-17,-19 36 1,-17-18-1,53-18 1,-18-34 0,-35 69-16,53-175 31,-17 70-15,-19 52-1,18 19 1,-35-18-1,0 35 1,18 17-16,-18 19 0,35-71 31,-35 17-15,0 36-16,36-89 31,-36 54-15,0 17 15,17 0 0,1-18-15,0 36 0,-1 0-1,1-18 1,35 0-1,0 0 1,-18 18-16,230-124 31,-230 124-31,459-106 32,-106 105-17,-318 19-15,601-19 31,-301 72-15,89-72 15,-71 1-15,158 17 15,-228 18-15,-89 18-1,124 0 1,-282-18-16,423-36 31,-106-34-15,-318 52-16,159-70 16,265-71-1,-35 1 1,-89 34-1,-193 71-15,140-53 16,18 1 0,-158 87-1,-71 0-15,88-35 16,211 36 15,-246 70-15,-18-53-1,0 53 17,-53-53-1,-70 35-15,53 18 15,-71 0 0,17 35 0,-17-71-15,18 89 0,-18-70-1,0 16 1</inkml:trace>
  <inkml:trace contextRef="#ctx0" brushRef="#br0" timeOffset="72943">11994 5838 0,'18'0'0,"17"0"31,-17 0-15,17 0 15,-17 18-15,17-18-16,-17 18 31,-1-18-15,1 17-1,0 1 1,-1 0 0,-17-1-1,0 1 1,0 0-1,0-1 1,0 1 0,0 17-1,0-17 1,-35-1 15,17 19-15,-52-36 15,17 0-15,0 0-1,-35 0 17,35 0-17,35-18 1,1 18-16,-19 0 31</inkml:trace>
  <inkml:trace contextRef="#ctx0" brushRef="#br0" timeOffset="73484.77">11606 5874 0,'0'-18'47,"36"18"16,-1 0-32,0 35-16,-17-17 1,52 53 15,-52-54-15,-18 18 15,0-17-15,0 0-1,0-1 1,-18 1 31</inkml:trace>
  <inkml:trace contextRef="#ctx0" brushRef="#br0" timeOffset="74296.53">11501 6032 0,'-18'18'47,"0"17"-16,1-35 0,-36 36 0,35-36-31,-52 17 32,34-17-17,1 0-15,-18 0 31,35 0-15,1 0 0,-19-17-1,19 17-15,-1-36 32,1-34-1,17 52-16,0 1-15,0-1 16,0 0-16,0 1 0,0-1 16,0-17-1,0 17 1,0-17 0,0 0-1,17-1 1,-17 19-1,18-36 1,35 35 15,-36-17 1,1 35-1</inkml:trace>
  <inkml:trace contextRef="#ctx0" brushRef="#br0" timeOffset="74716.48">10777 5838 0,'0'18'109,"0"0"-78</inkml:trace>
  <inkml:trace contextRef="#ctx0" brushRef="#br0" timeOffset="75771.1">10407 6015 0,'18'0'94,"17"0"-78,-18 0-16,19 0 31,-1 0-16,18 35 17,-18-17-17,-17-18 17,0 17-17,-18 1 1,0 0-1,0 52 17,0-34-1,-18-19-15,0-17 15,-17 18-16,-18-18 17,18 0-1,-1-18 0,1 1-15,18-1-1,17 0 1,-36-17 0,19 0 15,17 17 0,0 0 0,0 1 1,0-19-17,17 19 1,1-1 15,0 1-15</inkml:trace>
  <inkml:trace contextRef="#ctx0" brushRef="#br0" timeOffset="76560.09">8908 5715 0,'35'0'78,"-17"18"-47,52 35 1,-17-18-17,-35 0 1,-1 0-1,1 1 1,0-19 0,-18 19-1,17-36-15,-17 35 16,18-18 0,-1 19-1,-17-19 1,0 19 15,0-19-15</inkml:trace>
  <inkml:trace contextRef="#ctx0" brushRef="#br0" timeOffset="76909.88">9084 6085 0,'0'0'0,"-18"-17"16,18-1-1,-17 18 48,-1 18-47,18 17 30,-18 0-30</inkml:trace>
  <inkml:trace contextRef="#ctx0" brushRef="#br0" timeOffset="78213.57">8802 5856 0,'0'0'0,"0"-18"16,0 54 62,0-1-47,0 0 0,0-17-15,0 17-16,0-17 0,0-1 47,0 1-31,0 0 15,0-1-16,0 1 1,17-18 62,-17-18-62,36 1 15,-1 17 0,18 0-15,-35 0 15,-1 0-15,1 17-1,-1 36 17,-17-17-17,0 17 17,0-18-1,0-18-16,0 1 1,0 0 0,-35-1-1,-18-17 17,18 0-1,-18 0 0,18 0-15,-18-17 15,35-1-15,1 0 15,-19 1-16,36-1 1,0-17 0,0 17-1,0 1 1</inkml:trace>
  <inkml:trace contextRef="#ctx0" brushRef="#br0" timeOffset="79315.33">8714 5944 0,'0'0'16,"-36"0"31,19 0-31,17 53-1,-18-18 1,0 1-1,1-19 1,17 19-16,-18-1 31,0-17-15,18-1-16,-17-17 31,17-17 110,-18-1-126,1-17 17,17 17-17,0 0-15,-18 18 16,18-17 0,-18-19-1,18 19 16,-17 17-15,-1 0 0,0 0 15,1 0 0,-1 0-15,0 0 15,18 35 0,-17-35-15,-1 35 0,18-17-1,0 0 1,0-1-1,0 1 32,0 0-31,-17-18 15</inkml:trace>
  <inkml:trace contextRef="#ctx0" brushRef="#br0" timeOffset="80090.32">8255 5803 0,'0'18'47,"0"35"-16,0-36-15,0 19-1,-18-1 1,18 18 15,-17-36-15,-1 54 15,0-53-15,1 17-1,-1-35 1,18 35 0,-17-17-1,17 0 1,-18-1-1,0-17 17,1 0-17,-19 0 17,19 0-17,-1 0 1,-17-17 15,35-1-15,-53-17-1,53 17 1</inkml:trace>
  <inkml:trace contextRef="#ctx0" brushRef="#br0" timeOffset="80922.6">7743 5750 0,'0'18'47,"0"0"-16,18-18 1,0 17-17,17 18 16,0-35-15,-17 0 0,0 0 15,-1 18-15,-17 0 15,35-1-16,-35 19 17,0-1-1,0-17-15,18-18 15,-18 17-16,0 1 1,-18-1 15,18 1-15,-17 17 0,17-17 15,-18 0-16,1-18 1</inkml:trace>
  <inkml:trace contextRef="#ctx0" brushRef="#br0" timeOffset="81319.95">7743 6121 0,'-35'35'32,"18"-35"-1,-1 18-15,0-18-1,18 35 1,0-17 15</inkml:trace>
  <inkml:trace contextRef="#ctx0" brushRef="#br0" timeOffset="84204.38">8096 8502 0,'36'0'16,"-1"18"31,18 17-16,-18 0-15,-17-35-16,35 35 15,-53-17 1,35 17 0,-35-17 15,0 0 0,0-1-15,-18-17 15,-35 0-15,0-17-1,18 17 1,0 0 15,17-18-15,-17 18 15,35-18-15,-18 1 15,18-1 0,0 0 0</inkml:trace>
  <inkml:trace contextRef="#ctx0" brushRef="#br0" timeOffset="84991.08">8026 8731 0,'-53'36'31,"53"-19"-15,-18-17-16,0 35 15,1-35 1,17 36 0,-18-36-16,1 0 15,-1 17 1,-17 1 0,-1-18 15,1 0-16,0-18 1,0-17 0,17 35-1,0-70 1,18 34 0,0-52 15,0 70-16,0-17 1,0 17 0,18-17 15,-18 0 0,18 17-15,-18 1-1,17-19 1,18 19 15,-17 17-15,-18-18 0,18 18-1</inkml:trace>
  <inkml:trace contextRef="#ctx0" brushRef="#br0" timeOffset="85930.99">7479 8767 0,'0'0'0,"0"17"47,0 1 0,-18-18-32,-17 35 17,17-35-17,-17 0 16,17 0-15,-35 0 15,36-18-15,-1 18-16,1 0 31,-1-17-15,18-1-1,-53 1 1,18-36 15,35-18 1,0 18-1,0 18-16,17 17 1,-17-17 0,53 0-1,-35 17 17,-18 0-32,18 18 0,-1-17 15,1 17 32</inkml:trace>
  <inkml:trace contextRef="#ctx0" brushRef="#br0" timeOffset="86412.49">6897 8502 0,'0'18'47,"0"-1"-16,0 1-15,0-1-1,0 19 1,0-19 0,0 1-1,0 0 1</inkml:trace>
  <inkml:trace contextRef="#ctx0" brushRef="#br0" timeOffset="87503.63">6544 8643 0,'0'-18'32,"18"1"30,-1 17-46,1 0-1,0 0 1,-1 0 0,1 0-1,17 0 17,-17 17-17,-1 1 1,-17 0-1,0-1 17,0 1-17,0 0 17,0-1-17,0 1 32,-53 0-16,36-18-15,-1 0 0,-17 0-1,17-18 16,-17 18-31,17 0 32,18-18-17,-17 1 1,17-19 15,0 1 0,0 17-15,0 1 15,0-19 1</inkml:trace>
  <inkml:trace contextRef="#ctx0" brushRef="#br0" timeOffset="87876.23">6262 8449 0,'0'0'0,"0"18"79,0-1-48</inkml:trace>
  <inkml:trace contextRef="#ctx0" brushRef="#br0" timeOffset="88171.77">6262 8696 0,'0'18'16,"0"-1"15,0 1 0,0 0 0,0-1-15</inkml:trace>
  <inkml:trace contextRef="#ctx0" brushRef="#br0" timeOffset="-42937.34">22049 16739 0,'-18'0'0,"-17"0"31,35 18-15,0 0 15,0-1-15,0 18 31,0-17-32,17 0 1,1 70 0,17 0-1,-17-17 1,-18-36-16,18 71 31,-18-71-15,0 0 15,0-17-15,0 0-16,0-1 15,0 1 1,0 0 0,0 34-1,0-16 16,0-19-15,0 1-16,0 0 16,0 17-1,-18 0 1,18-17 0,0 0-1,0-1 1,0 18 15,0-17-15,18-18 77,-1 0-61,18 0 15,-35-35-32,106 35 16,-53-18-15,35 1 15,18 17-15,-53 0 31,-18 0-47,-17 0 15,106 0 17,-107 0-32,89 0 15,-88 0 1,123 0 0,17 35 15,-140-35-16,0 0-15,70 35 16,-70-35 0,87 18-1,-69-1 1,-19-17-16,89 0 31,-88 0-15,70 0-1,-17 0 17,17 18-1,-35-18-15,35 18 15,0-18-16,-70 17 1,35-17 0,-36 0-1,89 18 1,-35-18 15,-1 0-15,-52 0-16,105 0 31,-70 0-15,18-18-1,-54 18 1,1-17-16,70-1 31,-52 18-15,16 0-1,-34 0-15,17 0 0,18-18 16,0 18 0,0 0-1,0 0 1,-18 0 0,1 0-16,17 0 15,-36 0 1,124 0 15,-17 0-15,-107 0-1,36 0 1,-17 0-16,16-17 31,-16 17-15,-1 0-16,53 0 31,-70 0-15,35 0-16,35 0 15,0 0 1,36 0 15,-71 17-15,123 19-1,-123-19 1,-18-17-16,0 0 16,177 88-1,-194-70 1,70 17 0,-53-17-1,-17 0-15,-1-18 16,54 35-1,-18-35 17,-35 0-17,-1 0-15,1 0 16,17 0 0,-17 0-1,17-18 1,-17 18-1,-1 0-15,19 0 0,-19-17 16,36-19 0,0 36-1,-18-17 1,1 17 0,17-36-1,-1 19 1,-16 17-1,17-53 1,-36 53 0,19 0-1,-36-18-15,35 1 16,0-1 0,-17-17-1,-18 17 1,0-17-1,0 0 1,0 17 0,0-17-1,-18-18 1,1 35 15,17 0-15,-18 18-16,18-53 15,-18 36 1,18-36 0,0 18-1,-17-18-15,17 35 0,-18-158 32,18 88-17,0 70-15,0-53 16,0 1-1,0 52-15,-18 18 16,18-35 0,0 0-1,-17 17 17,17 0 14,0 1-30,-36 17 78,19-18-79,17 0 1,-36 18 0,-16-17 15,-1-1-15,0 18 15,-18-18-16,18 1 1,-17-1 0,-18 18-1,-36-17 1,106 17-16,-70 0 16,-35-36-1,87 36-15,36-17 16,-123-1-1,105 0-15,-158 1 32,88-1-17,70 18-15,-141-18 32,36 18-17,52 0 1,18 0-16,1 0 15,-37 0 1,36 0 0,-35 0-1,0 0 1,0 0 0,70 0-16,-158 0 31,88 0-16,-36 0 1,89 0-16,-194 0 31,52 0-15,-52 18 15,105-18-15,71 0-1,-52 0 1,-36 0 0,17 0-1,53 0 1,-52 0 0,35 0-1,35 0 1,0 0-1,-35 0 1,-36-18 15,36 1-15,53-1 0,17 18-1,1 0-15,-72 0 31,-34 0 1,70 0-17,-18 0 1,54 0 0,-71 0-1,52 0 1,19 0-16,-1 0 15,-53 0 1,54 0-16,-18 0 16,-36 0-1,18-17 1,-53-19 15,89 19-15,-19 17-1,-17 0 17,18 0-17,18 0 1,-19 35 0,19-17-1,-36-1 1,35 1-1,0-1 1,1-17-16,-1 18 0,-35-18 31,18 35-15,17-17 15,-17-18-15,17 0-1,1 18 1,-1-18 15,18 17-15,0 1 0,18-18 15,-1 18-16,1-18 1,0 0 0,-1 35-1,-17-18 17,18-17-17,0 18 1,-1 0 15,18 17 0,-35 18 1,0-18-1,0-17 0,0 17 0,0-17-15,18-1 0,0 1 30,-1 0-14,1-1 30,0-17-46,17 0 31,-17 0-16,-18-17-15,35-89 15,106 0-16,-35 71 1</inkml:trace>
  <inkml:trace contextRef="#ctx0" brushRef="#br0" timeOffset="-41488.53">25647 16863 0,'18'0'16,"17"0"15,-18 0-31,36 0 32,-35 0-17,0 0-15,35-18 31,0 0-15,-18 18 15,0 0-15,-17 0 0,17 0-1,-17 0 32,-1 0-31,1 0 15,0 0 16,-18 18 15,0 0-46,0-1 0,0 19-1,0-19 1,0 1-1,0 0 1,0 35 15,0-36 1,0 1-17,0-1 1,0 19-1,-18-1 17,18-17-17,0-1 1,-18 1 0,1 0 30,-1-18 33,0 0-79</inkml:trace>
  <inkml:trace contextRef="#ctx0" brushRef="#br0" timeOffset="-39892.78">25400 16898 0,'18'0'344,"-1"0"-329,1 0 1,0 18-1,17-18 1,-18 0 0,1 0-1,0 0 1,-1 0 0,1 0-1,0 0 1,-1 0-1,1 0 1,0 0 0,-1 0 15,1 0-15,-1 0 30,-17 35-30,0-17 31,0-1-31,0 1-1,-17 17 1,-18 18 15,35-35-15,-36 17-1,19-35 1,17 18 0,-36-1-1,36 1 1,-35 17-1,17 0 17,-17-17-17,18 0 1,-1 17 0,18 0 15,-18-35-16,-17 0 1,0 0 15,-18 0 1,35 0-17,1-17 1,-1 17-1,0-53 17,1 35-1,17 0-15</inkml:trace>
  <inkml:trace contextRef="#ctx0" brushRef="#br0" timeOffset="-39367">25224 16863 0,'0'17'32,"-18"-17"-17,18 18 32,0 0-31,-18-18-1,1 35 17</inkml:trace>
  <inkml:trace contextRef="#ctx0" brushRef="#br0" timeOffset="-36820.26">24941 17251 0,'0'0'31,"0"17"47,-17-17-62,-1 0-1,-17 0 17,17 0-17,1 0-15,-1 0 16,0 0 15,1 0 0,-1-17-15,18-1-16,0-35 31,0 36-15,0-54-1,0 18 17,0 36-32,0-1 15,0-17 1,0 17 15,-18-35 0,18 18-15,0-18 15,0 35-15,0 1 0,0-1-1,0 0 1,0 1-1,36 17 1,-36-18 0,35 18 15,-17 0 0,-1 0-15,1 0-16,17 0 31,-17 18-15,-18-1-1,17-17 1,-17 18 0,18-18-1,0 18 16,-18-1-15,0 18 15,0-17-15,0 0 0,0 52-1,0-52-15,-89 53 31,54-36-15,0 0 0,-18-17-1,18-18 1,17 0 0,-17 0-1,-18 0 1,18 0 15,17 0-15,0 0-16,-52-18 31,34 0-15,19 18-1,-36 0 1,18-17-1,-18 17 1,53-18-16,-53 1 31,18-1-15,17 18 15,18-18 32,0 1-48,0-1 17,0-17-17,35-1 16,0 19 16,-17-1-15,17 18-1,-17 0 0,0 18 0,-1 17-15,1 0 15,0-17-15,-18 0-1,17-1 17,1 1-1,-1 0-15,1-1 30,0 1-30,-18-1 0,17-17-1,-17 18-15,18-18 32,-18 35-1,0-17 0,0 17-15,0 1 15,0-19-15,-18 1-1,18-1 1,-17 1-1,17 17 1,0-17 0,-18 0-1,18-1 1,0 1 15</inkml:trace>
  <inkml:trace contextRef="#ctx0" brushRef="#br0" timeOffset="-36057.46">24201 17163 0,'0'17'63,"0"19"-16,0-1-32,0-18 17,0 19-17,0-19-15,0 1 31,0 0 16,0-1-31,0 1 15</inkml:trace>
  <inkml:trace contextRef="#ctx0" brushRef="#br0" timeOffset="-2462.62">22966 16933 0</inkml:trace>
  <inkml:trace contextRef="#ctx0" brushRef="#br0" timeOffset="-580.06">22966 16933 0,'0'-17'250,"0"-1"-234,0 0-1,0 1 16,0-1 32,0 0-47,0 1 46,0-1 594,0 1-406,-18 17 47,36 0-172,-1-18-109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23:08:18.6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19738 600 0,'88'0'31,"-176"0"-31,211 0 16,-52 0 15,-18 17 0,-36 19-15,19-36-1,-1 70 1,-17-52 0,-1 88-1,-17-71 16,0 0-15,0-17-16,0-1 16,0 19-1,0-19 17,-35 1-17,-53-18 1,35-18 31,0 1-32,35 17 1,1 0 15,52 0 47,-35 17-62,18-17-16,35 18 31,-18 0 0,88 123-15,-105-88 0,17 53-1,53 70 1,-88-158 0,0 70-1,0-53 16,-17-35 16,-36-18-15</inkml:trace>
  <inkml:trace contextRef="#ctx0" brushRef="#br0" timeOffset="1498.79">19403 1570 0,'0'-194'156,"0"0"-140,0 159-1,0-212 1,0 194 0,0-53-1,17 35 1,-17 18-1,0 18 1,36-18 0,-19 36-1,1-36 1,0 17-16,-1-17 16,1 0-1,-18 36-15,18-36 16,17 35-1,-35 1 1,0-1 0,17 18-1,1-18 1,0 18 15,-1 0 16,-34 36 16,-19-19-48,1 36-15,18-53 0,-125 88 31,72-70-15,17 0 0,18-18-1,-36 17 1,1 1 0,52-18-1,-17 0 1,-18 35 15,35-35 0,0 0-15,1 18 0,17 0 15,-18-1-16,18 18 17,0-17-1,0 0-15,18-18-1,17 0 1,-17 17-1,35-17 1,-36 0 0,1 0-1,0 0-15,34 36 32,-16-36-17,-19 0-15,36 17 31,-17 1 1,-36 0-17,17-18 1,-17 17 0</inkml:trace>
  <inkml:trace contextRef="#ctx0" brushRef="#br0" timeOffset="2385.75">17357 970 0,'17'0'32,"1"35"-1,0-17-15,-18 0-1,0 17 1,0 18-16,-36 88 31,19-70-15,-36 34-1,0 19 1,35-124-16,-35 123 31,18-87-15,0-19-1,17-17 1,0 0 0,-17 0-1,0 0 1,17 0 0,-35-35 15,0 0-16,18-1 17,0 19-17,-18 17 1,35-36 0,18 19-1</inkml:trace>
  <inkml:trace contextRef="#ctx0" brushRef="#br0" timeOffset="2995.92">16916 1111 0,'35'0'31,"-35"18"63,-18 0-78,1 34-1,-19-16 17</inkml:trace>
  <inkml:trace contextRef="#ctx0" brushRef="#br0" timeOffset="3884.07">16140 1058 0,'0'0'0,"35"0"31,-18 0-16,36 0 17,-35 0-1,0 0-15,35 0 15,-53 18-16,17 0-15,1-1 32,0-17-17,-18 18 1,0 35 15,17-53-15,-17 17-1,0 1 1,0 0 0,18-18-1,-18 17 1,0 19 0,0-19-16,0 19 31,0-19-16,0 1 17</inkml:trace>
  <inkml:trace contextRef="#ctx0" brushRef="#br0" timeOffset="4546.72">16157 1252 0,'0'36'15,"-17"-36"-15,-1 17 31,18 1 1,0 0 15,0-1-32,0 1 1,0 17 31,0-17-16</inkml:trace>
  <inkml:trace contextRef="#ctx0" brushRef="#br0" timeOffset="5213.71">15752 952 0,'0'18'15,"0"17"16,17-17 16,-17 0-31,18-1 15,17 1-15,-35 0-16,0 17 47,0-17-32</inkml:trace>
  <inkml:trace contextRef="#ctx0" brushRef="#br0" timeOffset="6431.55">15363 1429 0,'0'17'0,"0"-34"0,0 52 47,-35-17-31,18-18 31,-1 0-32,0-36 17,1-105-1,17-17 0,0 105-15,17-89-1,-17 90 1,53-142 0,-35 88-1,-18 70-15,35-87 32,-17 105-17,-1-17 1,19 35-1,-36-35-15,17 17 32,1-17-1,0 35-15,-1-18 15,1 18-16,17-17 1,0-1 0,-17 18-1,0 0 1,17 0 0,-17 0-1,-1 0-15,1 18 31</inkml:trace>
  <inkml:trace contextRef="#ctx0" brushRef="#br0" timeOffset="7400.33">15840 988 0,'0'35'32,"0"-17"-17,0-1-15,0 1 32,0 0-17,0-1-15,0 36 31,0-18-15,0 71 15,17-35-15,-17-18 0,0-18-1,18 18 1,-18-18-1,0 0 17,0-17-17,0 17 32</inkml:trace>
  <inkml:trace contextRef="#ctx0" brushRef="#br0" timeOffset="48164.36">16475 2752 0,'0'88'46,"0"-35"-30,0-18-16,-18 441 31,18 336-15,18-283 0,-1 529-1,-17-881-15,0 352 16,0 264-1,-70-440 1,52-282 0,18 88 218,-35 264-218,35-247-16,0 618 31,0-512-15,0-123-16,18 70 15,34 124 1,1 53-1,-17-106 1,-36-177-16,17 671 31,-105-106-15,-212 723 15,89-529-15,52-300-1,-106 300 1,142-265 0,35-352-1,70-230-15,18-53 203,-106 1588-171,88-1376-32,-17-194 31,229 0 0,-176 0-15,-1 0 15,-17-17 47,0-19-62,0 19-16</inkml:trace>
  <inkml:trace contextRef="#ctx0" brushRef="#br0" timeOffset="49998.17">24483 3704 0,'-18'35'16,"18"18"0,-18-17-1,-17-19 1,35 1-16,0 52 31,0-52-15,-17 17-1,-1-35 17,18 36-17,-18-36 1,18 17 0,-17-52 109,17 0-110,-18-1 1,0-16-1,-17-1 17,17 17-17,18 19 1,0-19 0,-17 36-1,-1 0 1,-35 18 15,36 0-15,-1 17-1,18-17 1,-18-1 0,1 1-1,17 0-15,0 17 31,0-18 1,0 19-17,-18-36 1,18 17 0,0 19-16,-35-19 31,17 1-16,18 0 1,0-1 0,-17 1-1</inkml:trace>
  <inkml:trace contextRef="#ctx0" brushRef="#br0" timeOffset="50530.49">23936 3669 0,'0'35'62,"0"18"-46,-18 0 15,1 0-15,17-35-1,-18-1 1,18 1-1,0-1 1,0 1 0,-18-18-1,1 0 17,-1 0-17</inkml:trace>
  <inkml:trace contextRef="#ctx0" brushRef="#br0" timeOffset="51702.7">23054 3246 0,'35'-18'15,"-17"18"1,0 0 0,-1 0 15,18 18-16,-17-18 1,17 17 0,-17 36-1,0-35 1,-18-1-16,17-17 16,-17 18-1,0 17 1,36 18-1,-36-18 32,0 18-31,0-17 0,0-19 15,0 19-16,-18-19 1,-17 1 15,17-18-15,0 0-16,-17 18 31,0-18-15,17 0 15,36 0 16,-1 0-31,54 35-1,-53-18 1,105 160-1,-88-107 1,89 160 0,-89-72 15,-35-140-15,0 17-1,0 1 1,-17-19-1,-54-17 17,0 0-1,1-17-15,-36-54 15,35 36-16,71 17-15,-35 1 16,-106-36 0</inkml:trace>
  <inkml:trace contextRef="#ctx0" brushRef="#br0" timeOffset="52469.51">22701 3845 0,'36'0'172,"-19"18"-156,1 0-1,-1-1 1,1 1 0,0-1-1,-1 19 17,19-1-17,-36-17 1,17 17-1,1-17 1,17-1 0,-35 1-1,0 17 1,-17 18 15,-1-18-15,0 1 15,-17-19-15,17-17-1</inkml:trace>
  <inkml:trace contextRef="#ctx0" brushRef="#br0" timeOffset="52859.24">22225 3722 0,'0'17'78,"0"1"-47,0 0-15</inkml:trace>
  <inkml:trace contextRef="#ctx0" brushRef="#br0" timeOffset="54227.58">21678 3898 0,'0'-17'0,"0"34"0,0-52 16,0-18 15,18 35 16,17 18-32,-17 0 1,-1 0 0,1 0-16,0 0 31,-1 0-16,-17 18-15,53 17 32,-18-35-1,-17 18-15,-18 0-1,0-1 32,0 1-31,0-1 15,0 19 16,0-19-32,0 1 1,0 0 0,-18-18 46,1 0-31,-18 0-31,17-18 32,0 0-17,1 18-15,17-35 32,-18 35-17,0 0 1,1 0-1,-1 18 1,-35 35 15,36-36-15,17 1 0,-18-18-1,18 35 1,-18-17-1,-35 35 1,-17 53 0,-1-53-1,54-18-15,17-18 0,-71 36 16,0 18 0,54-36-16,-18 0 15,17-17 1,0 0-1,54-54 32</inkml:trace>
  <inkml:trace contextRef="#ctx0" brushRef="#br0" timeOffset="55915.09">9878 3175 0,'17'0'31,"1"0"1,17 0-17,1 0 1,17 0-1,141 53 17,-106-18-17,-35 0 1,-18 1 0,-17-19-1,-1 1 1,-17 0-1,18-18 1,-18 35 0,0 0 15,0-17-15,0-1-1,-18 1 1,-35 53-1,18-36 1,-124 141 0,89-105-1,52-53 1,0-18 0,-17 0-1</inkml:trace>
  <inkml:trace contextRef="#ctx0" brushRef="#br0" timeOffset="56590.08">9878 3369 0,'0'18'79,"0"-1"-64,0 36 1,-18-18-1,0-35-15,18 71 16,-52-36 0,34-17-1,18 0-15,-18 17 32,1-17-1</inkml:trace>
  <inkml:trace contextRef="#ctx0" brushRef="#br0" timeOffset="57844.16">9384 3175 0,'0'18'94,"0"17"-63,0-17-15,-18 17-1,1 0 17,-1-17-1,0-18 0,54 0 79,-19 0-95,19 0 16,-19 0 16,-17 35-31,35 0 15,-17 36-15,-18-54-16,18 19 15,-1 34 1,-17-17 0,0 0-1,0-35-15,0-1 16,0 19 0,0-19 15,0 1 0,-17-18 0,-1 0 1,-17 0-17,17 0 1,1 0-1,-19-35 1,1-1 0,17 19-16,-17-1 15,17 18-15,1-35 16,-19 35 0,36-18-16,0 1 15,-17-1 1,-18 0-1</inkml:trace>
  <inkml:trace contextRef="#ctx0" brushRef="#br0" timeOffset="59089.61">9066 3175 0,'0'0'0,"-35"18"93,17 35-77,1-18 0,-1-18-1,1 19 1,17-1 15,-18-17-15,18-1 31,-18 1-32,18-36 141,0-35-124,0 36-1,0-1-15,0 0-1,0-17 1,0 0 31,-17 35-32,-1 0 32,0 0-31,-35 70 15,1-52-15,16 17-1,1 1 1,35-19 0,-35 1 15,17 0 0,18-1 32</inkml:trace>
  <inkml:trace contextRef="#ctx0" brushRef="#br0" timeOffset="59970.97">8696 3140 0,'-18'0'78,"1"17"-62,-1 1 0,-17 35-1,17 0 1,0-18-1,1 0 1,-36 36 0,53-36-1,-35 53 1,-1-35 0,36-17-1,-17-19-15,-1 19 31,0-36-15,1 0 0,17 17-1,-18 1 1,1-18 15,-19 17-15,19-17-1,-19 0 1,1 18 0,0 17-1,17-35-15,-35 0 16,-17 0 0,52 0-1,0 0-15,-17 0 16,17 0 15,1 0-15,-1 0-1</inkml:trace>
  <inkml:trace contextRef="#ctx0" brushRef="#br0" timeOffset="60569.02">8061 3193 0,'0'-18'31,"0"53"16,-35 36 0,35-18-16,0-36-31,0 1 0,0 17 16,-36 1 15,36-19-16</inkml:trace>
  <inkml:trace contextRef="#ctx0" brushRef="#br0" timeOffset="62645.08">7179 3281 0,'18'0'0,"-1"0"16,1 0-1,0 0 48,-1 17-48,1-17 17,-1 18-17,1 0 1,0-1 15,-1 1-15,1 0 15,-18-1 0,35-17-31,-35 18 32,18-18-17,-18 18 16,18-18-15,-1 0 0,-17-18 156,0 0-141,0 1-16,0-36 17,-17 53-17,17-53 17,-18 53-17,-17 0 1,-1-18-1,19 18 1,-71 0 0,52 0-1,1 0 1,0 0 15,-1 0-15,1 0 15,18 0-15,-19 0 15,19 18-15,-1-18-1,0 17 1,18 1-1,0 0 17,0 17-17,-17 0 1,17-17 0,0 0-16,-18 34 31,0 1-16,1 89 17,-36-107-17,53 0-15,-18 18 32,1-53-17,-1 18 1,0-18-1,-35 0 17,0 0-17,1 0 1,-284 0 0,319 0-1,-248 0 1,18 0 15,194 0-15,-158-18-1,105 0 1,-176 1 0,229 17-1,-159 0 1,177-18-1,17 18-15,-52 0 16,52 0 15,18-35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0" timeString="2026-02-05T23:10:07.0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20232 1993 0,'-18'0'15,"-17"0"1,-124 88 15,36-52-15,-18 17 15,52-1-15,-16-16 15,34-19 0,0-17 0,36 0-15,-35 0 0,17-35 15,17-18-16,-69-176 17,87 17-17,18 36 1,0-124 0,18 159-1,17-124 1,0 142 15,-17 70-15,-1-18 15,36 18-15,0 18 15,18-35-16,-71 52 1,123-17 0,-70 17-16,-18 0 0,142-35 31,-124 53-15,-36 0-16,19 0 15,-19 0 1</inkml:trace>
  <inkml:trace contextRef="#ctx0" brushRef="#br0" timeOffset="1702.04">18045 1411 0,'17'0'31,"18"0"-15,-35-18 0,53 1-1,71-36 16,-89 53-15,-17-35-16,17 35 16,18 0-1,-35 0 17,-1 0-17,-17 17 1,18-17-1,0 53 1,70 106 15,-88-124-31,0-17 0,17 88 32,1-36-17,-18 54 16,0-89-15,0 36 15,0-54-15,0 1 0,0-1-1,-18 1 32,1-18-31,-19 0-1,19 0 1,-36-35 0,35 17-1,-17-17 1,0 35-1,35-35 1,-18 35 0,0-18-1,1 18 1,-1 0 31,-17 0-16,35 18-15,-18-1-1,1 19 1,-1-19 0,0 1 15,1-1 0,-19-17 63,19 18-32</inkml:trace>
  <inkml:trace contextRef="#ctx0" brushRef="#br0" timeOffset="2729.77">17762 2152 0,'-17'0'16,"17"-18"62,0-35-47,0-17 1,-18-18-17,18 52 1,-18-175-1,18-195 17,36 194-17,-19 195 1,36-160 0,-53 160-1,36-1 1,-19 18 15,1 0-15,-1 0-1,36-18 17,-35 1-1,17-1-16,18 18 17,-35 0-1,-1 0-15,19 0 15,-19 0-16,19 0 17,-1 0-1</inkml:trace>
  <inkml:trace contextRef="#ctx0" brushRef="#br0" timeOffset="4061.69">17339 1658 0,'-18'0'15,"18"18"17,-17-18-17,-1 0 1,-52 0 15,34 17-15,-52 19-1,53-19 1,-89 54 0,54-36-1,-1-17 1,54 35 0,-1-53-1,18 17 16,0 1 32,106 123-32,-53-53-15,35 53 15,-88-123-31,18 0 16,-1-1-16,18 1 31,1-18-15,-19 0-1,36 0 16,-35 0-31,52 0 32,-52-18-17,0 18-15,-1 0 16,19 0 0,-19 0-1,1 0 32</inkml:trace>
  <inkml:trace contextRef="#ctx0" brushRef="#br0" timeOffset="5052.71">16598 1482 0,'0'17'31,"0"1"-16,0 35 1,-17 53 15,-1-36 1,18-52-17,-18 35 1,1 53 15,17-89-15,-36 54-1,36-54 1,-17 19 0,-1 17 15,18-36-16,-18 1 1,18 0 0,0-1 15,0 1 0,-17-18 0</inkml:trace>
  <inkml:trace contextRef="#ctx0" brushRef="#br0" timeOffset="5831.75">16298 1535 0,'-17'17'16,"17"1"-1,0-1-15,-18 89 32,-17 0-17,35-53 1,-18 35-1,0 18 17,1-53-17,17 0 17,0-18-17,-18-35 1,18 18-1,-35-1 17,17-17-1</inkml:trace>
  <inkml:trace contextRef="#ctx0" brushRef="#br0" timeOffset="6682.27">15240 1711 0,'18'0'78,"17"35"-63,18 1 17,53-1-17,17 35 16,-88-52-15,1 0 0,-19-18-1,-17 17-15,36 1 32,-19 17-1,-17-17-16,18 35 17,-18 0-17,0-18 1,0 0 0,0 0 15,0-17 0</inkml:trace>
  <inkml:trace contextRef="#ctx0" brushRef="#br0" timeOffset="7936.72">15381 1817 0,'0'17'15,"-18"1"1,18 35 15,-17-53-15,-1 88 0,-17-53 15,17 1-16,-35 17 1,36-18 0,17-17-16,-124 52 31,36-17-15,-71 71-1,1-54 1,-107 106-1,-229 71 17,282-194-17,71-17 1,18-36 0,105 0-16,-105-18 31,17-35-16,88 35 1,-123-35 15,35 1 1,53 34-17,36 18 1,-1 0-1,-17 0 1</inkml:trace>
  <inkml:trace contextRef="#ctx0" brushRef="#br0" timeOffset="12270.47">30498 4480 0,'0'36'16,"0"-19"-1,0 18 1,-18 18 0,0-35-1,18 17 1,0 18-1,-17-18 1,17-17-16,0 17 16,-36-17-1,36 0-15,0 35 32,0-36-17,-17 19 1,17-19-1,0 36 17,0-35-17,0-1 1,0 1 0,0-36 77,-18-17-77,1-18 15,17 36-15,-18-19 15,0 19-15,18-19 15,-35 36-15,17-17-1,1 17 16,-1-18-15,0 0 0,18 1-1,-17 17 17,-1 0-17,-17-18 16,17 18-15,1 0 31,-1 0-31,0 0 15,-17 35 0,17-17-15,1-18-1,17 53 1,-18-53 0,18 18-1,0-1-15,-18 19 31,18-19-15,0 18 15,0-17-15,0 0 0,-17-1-1,17 1 1,0 0-1,0-1 17</inkml:trace>
  <inkml:trace contextRef="#ctx0" brushRef="#br0" timeOffset="13018.13">29580 4568 0,'-17'53'78,"17"-17"-62,0-1-16,-36 88 31,19-105-15,17 0-16,-18 35 31,18-36-15,0 1 15,-17 0-15,17-1 30,0 18-30,0-17 31,-18-18 0</inkml:trace>
  <inkml:trace contextRef="#ctx0" brushRef="#br0" timeOffset="14830.73">28663 4269 0,'35'0'78,"-17"-18"-62,17 0-1,-17 18 17,0 0-17,17 0 16,-17 0-15,-1 0 31,1 0-31,-18 18-1,17-18 16,-17 18-15,18-18-16,-18 17 16,18-17-1,-18 53 17,0-18-1,0-17-16,0 0-15,0 52 32,0-52-17,0 0-15,-36-1 16,36 18 0,0-17-16,-35 0 31,35-1-31,-53 1 31,36 0-15,-1-18-1,0 0 1,1 0 31,17-18 31,0 0-47,35 18-15,-17-17 15,35-1 0,-36 18-15,1 0 0,52 18 15,-17 35 0,-17 0 0,-19-1 1,-17-16-17,0-1 1,0-17-1,0-1 1,18 1 0,-18 0-1,0-1 1,0 1 0,0 17-1,0-17 1,-18-1 15,1-17-15,17 18-16,-18-18 15,0 0 1,-17 35 15,-18-17-15,35 0-1,-17-1 1,-18-17 15,53 18-15,-17 0 0,-1-18-1,0 0 1,1 0-1,-1 0-15,-17 0 32,17 0-17,1-18 1</inkml:trace>
  <inkml:trace contextRef="#ctx0" brushRef="#br0" timeOffset="15724.34">27993 4780 0,'35'0'125,"0"0"-94,1 0 16,-19 0-31,19 0 15,-19 0-15,-17 35 15,18-17-16,0-18 1,-18 35 15,17-17-15,1 53 15,-18-36 0,53 18-15,-53-36 15,0 1-15,0 0 15,0-1-15,0 1-1</inkml:trace>
  <inkml:trace contextRef="#ctx0" brushRef="#br0" timeOffset="16213.79">27658 4762 0,'0'36'110,"0"-19"-95</inkml:trace>
  <inkml:trace contextRef="#ctx0" brushRef="#br0" timeOffset="17873.73">27058 4833 0,'0'0'0,"-18"0"15,1-18 1,17-17 15,-18 35-15,18-18 62,18 18-31,-1 0-31,1 0-1,0 0 1,17 0-1,-17 0 1,-1 0 0,1 0 15,-18 36-15,0-19-16,18 1 31,-18 0-16,17-18 1,18 17 0,-35 19-1,18-1 17,-18-17-1,0-1-16,0 1 17,-35-18 61,0 0-61,-18-18-1,17 1-15,1-1-1,35 0 1,-18 1-1,1-19 1,-1 36 0,-35-35 15,53 17-15,-17 18-1,17 18 32,-18 0-31,0-1-1,18 36 1,-17-35 0,17 17-1,0-17 1,0 17-1,0-17 17,0-1-17,0 1 32,0 0-16,-18-18 48,-17 0-64</inkml:trace>
  <inkml:trace contextRef="#ctx0" brushRef="#br0" timeOffset="18294.21">26405 4357 0,'-17'0'47,"17"17"-15,0 1-32,0 0 31,0-1-16,-18 1-15</inkml:trace>
  <inkml:trace contextRef="#ctx0" brushRef="#br0" timeOffset="18848.43">26441 4992 0,'0'0'0,"17"0"15,-17 17 1,18-17 15,0 0 16</inkml:trace>
  <inkml:trace contextRef="#ctx0" brushRef="#br0" timeOffset="25306.52">29704 7126 0,'0'18'31,"0"-1"-15,0 1 15,-18 0 1,1-1-17,-1 1 16,0-18-15,1 0 15,-1 0-15,0 0 0,-17 0 15,17 0-16,1-18 1,-18 1 15,17 17-15,0-18 0,-17 18-1,35-18-15,-35 18 31,17-17-15,0-1 0,1 0-1,17 1 1,-35-18 0,17 35-1,18-36 16,0-17 1,0 18-17,0 17 1,35-17 0,-35 0-1,18 17 1,-1 1-1,1-1 1,-18 0 0,18 1-1,-18-1-15,17 18 0,19-18 32,-36 1-17,17 17 1,1 0 31,-18 17 0,0 1-32,0 17 1,0-17 15,-53 53 0,35-54-15,1 1 0,-1-1-16,0 19 15,1-36 1,17 17-16,-53-17 15,53 18 1,-18-18-16,18 18 16,-17-18-16,-1 0 31,0 17-15,-17-17-1,17 18 1,-34-18 15,34 0-15</inkml:trace>
  <inkml:trace contextRef="#ctx0" brushRef="#br0" timeOffset="26670.02">28610 7020 0,'0'0'15,"18"0"48,0-17-48,-1 17 1,1-18 0,-1 18-1,1 0 1,0 0-16,-18-18 16,17-17-1,19 35 1,-19 0-1,19 0 17,-19 0-17,1 0 1,17 0 31,-17 0-32,-18 18 48,0-1-32,-36 1-15,36 0-16,-17-1 31,-1-17-15,1 18-1,-19 17 17,1-35-1,17 0-16,-17 0 17,17-17-1,1-1-15,-1 18-1,18-18 1,-17 18 15,-1 0 0,18 18 32,-18 17-48,18-17 17,0 17-17,0-17 1,-17 17 15,-1-17-15,18-1-1,0 1-15,-35 0 32,17-1-1,-17-17 0,-18 0 0,18 0-31</inkml:trace>
  <inkml:trace contextRef="#ctx0" brushRef="#br0" timeOffset="28065.71">27464 6879 0,'-18'35'94,"18"-17"-78,0 17 15,-35-17 0,35 17-15,0-17-16,-18 0 31,18-1-15,-17 18-1,-1-17 1,18 17 15,-18-35-15,1 18-1,17 0 1,-18-18 0,0 0-1,18-36 17,0 1-17,0 17 1,-17 1-1,17-1 1,0 1 0,-18-1-1,18 0 1,-18 18 0,1-17-1,17-1 1,-18 18 15,-17 0-15,17 0-1,1 0 1,-1 0 0,0 0-1,1 0-15,-1 0 31,0 0-15,1 18-16,-19 17 31,19-17-15,-1-1 0,1 1-1,-19-1 1,36 1-1,-17 17 1,17-17 0,-18 0-1,0-18 1,1 0 62,-1 0-62</inkml:trace>
  <inkml:trace contextRef="#ctx0" brushRef="#br0" timeOffset="29128.6">26458 6932 0,'18'0'78,"0"0"-47,-18-18-31,35 18 16,-17 0 15,-1 0-16,1 0-15,-1 0 63,1 0-47,-18 18 30,35 0-30,-17-18 0,-18 17-1,0 19 32,0-19-31,0 1-1,0 0 17,0-1-1,0 1 0,0-1-15,0 1 15,0 0-15,0-1 15,0 1-15,0 0 15</inkml:trace>
  <inkml:trace contextRef="#ctx0" brushRef="#br0" timeOffset="29972.19">26494 6967 0,'-18'0'31,"0"0"16,18 18-31,-17 35 15,-1-35-16,0-1 1,18 1 0,-17-1-1,-1 1 1,18 0 0,-18 17-1,18-17 1,-17-1 15,-1-17-15,18 18-1,-17-18 17,17 18-17,0 17 1,-18-53 46</inkml:trace>
  <inkml:trace contextRef="#ctx0" brushRef="#br0" timeOffset="30442.79">26282 6862 0,'0'35'78,"-18"-18"-63,18 1 1,-17 0 0,-1-1-1</inkml:trace>
  <inkml:trace contextRef="#ctx0" brushRef="#br0" timeOffset="31486.02">25929 6967 0,'0'0'15,"0"-35"1,18 35 15,-1-18-15,-17-17-1,18 35 17,17 0-1,-35 18 16,0-1-16,18 1 0,0 0 0,-18 17 1,0 0-17,0-17 17,0 0-1,0 17-16,0-18 17,-18 1-17,18 0 1,0-1 0,-35 1-1</inkml:trace>
  <inkml:trace contextRef="#ctx0" brushRef="#br0" timeOffset="33633.68">23865 6791 0,'18'18'47,"0"-1"-32,17 1 32,-35 17-31,35-35 15,-17 0-15,0 0-1,-1 18 1,18-18 0,-17 17-1,0-17 1,-1 18 15,1 0 0,-18-1-15,18 19 15,-18-19 16,0 1-31,0-36 140,0-17-109,-18 35-31,18-18-1,-18 18 16,1-35-15,-1 17 0,-35-34-1,18 16 17,17 19-1,1-1-16,-19 18 48,19 0-47,-1 0 30,18 18-30,-18-18 0,1 17-1,17 1-15,-18 17 16,-17 0 15,0 18 0,17-17-31,0-36 0,1 53 16,-1-53-16,-17 17 31,-1 18 1,1 1-1,18-19-16,17 1 1,-71 0 0,53 35 15,-17-36-15,35 1-1,-35-1 1,17-17-1,1 18 1,-1-18-16,0 0 31,1 0 16,-1 0-16,0-18-15,1 18 0,17-17-1,-18 17 17,18-18-17,0 1 1</inkml:trace>
  <inkml:trace contextRef="#ctx0" brushRef="#br0" timeOffset="34549.28">23548 6844 0</inkml:trace>
  <inkml:trace contextRef="#ctx0" brushRef="#br0" timeOffset="35978.15">23248 6897 0,'-18'17'47,"1"-17"-16,-1 18-15,18 0-1,0-1 1,-18-17 0,1 0-1,17 18 1,0 0 15,-18-18-15,18 17 15,18-17 78,-1 0-77,19 0-17,-19 36 16,1-36 1,17 0-1,-35 17 47,18-17-47,-18 18-15,18-18 0,-1 17 15,-17 1 16</inkml:trace>
  <inkml:trace contextRef="#ctx0" brushRef="#br0" timeOffset="36953.74">22931 6738 0,'0'18'32,"0"17"-17,0 0 1,0 1-1,0-1 17,0-18-17,0 1-15,0 0 32,0 35-1,-18-36 0,0 19-15,18-19 15,0 1-15</inkml:trace>
  <inkml:trace contextRef="#ctx0" brushRef="#br0" timeOffset="37923.54">22701 6720 0,'-17'36'31,"17"-1"0,0 0-15,0 1 15,0-19 0,0 1-15,0-1-1,0 1 1,0 0 0,0-1-1,0 19 17,0-19-1,0 1-16,0 0 1,-18-18 0,18 17-1</inkml:trace>
  <inkml:trace contextRef="#ctx0" brushRef="#br0" timeOffset="39096.68">22207 6862 0,'0'-18'31,"36"18"32,-36-35-32,17 35-15,1-36 15,0 36 0,-1 0 0,1 0 16,17 0-15,-35 18-17,18-18 1,-18 35-1,17-35 1,1 36 0,-18-19-1,0 1 1,0-1 0,0 1-1,0 0 1,0-1-1,0 1 1,-18 0 0,18-1 15,0 1-15,0 0-1,0-1 16,0 1 16,0-1-31,0 1 15,-17-18 32</inkml:trace>
  <inkml:trace contextRef="#ctx0" brushRef="#br0" timeOffset="41030.47">20232 6756 0,'17'0'79,"1"0"-48,0 0-16,17-18 17,-35 0-17,18 18 1,17-17 0,-17-1 30,-1 18-30,18 0 15,-17 0-15,17 0 15,-17 0-15,17 0-1,-17 18 1,17-18 0,-35 17-1,18 1 1,-1-18 0,1 53-1,17-53 1,-35 18-16,18 17 31,-18-17-15,0 52 15,0-17-15,0-35-1,0 17 1,0-17-1,0-1 1,0 1 0,-18-1 15,18 1-15</inkml:trace>
  <inkml:trace contextRef="#ctx0" brushRef="#br0" timeOffset="41735.28">20479 6738 0,'-18'0'16,"-17"35"31,35-17-16,0 0-15,-18-18-16,18 17 0,0 1 15,-35 17 17,17-17-17,1-1 1,-1 1-1,0 0 1,1-18 15,17 17-15,-18-17 31,18 18-16</inkml:trace>
  <inkml:trace contextRef="#ctx0" brushRef="#br0" timeOffset="42361.25">20179 6597 0,'-18'35'32,"1"0"-1,17-17-15,-36 17-1,19 18 16,17-35-15,0 0 0,0-1-1,-36 19 1,36-1 15,0-18-15,0 1 15,-17-18-15,17 18 15</inkml:trace>
  <inkml:trace contextRef="#ctx0" brushRef="#br0" timeOffset="43798.93">20002 6650 0,'0'17'0,"-17"1"16,-1-18 0,-17 35-1,17 18 17,18 0-1,-17-53-16,17 18 1,0 0-16,-18 17 31,18-18-15,0 1 15,0 0 0,0-1-15,-18-17 0,1-35 77,-1 35-77,18-18 0,-18-17-1,1 18 1,17-1 0,-18 18-1,18-18 1,-35 1-1,17 17 1,18-18-16,-17 18 16,-19 0-1,19 0 1,-1 0 15,-17 0-15,17 0 15,-17 18-15,17-18-1,18 17 1,-17-17-16,17 18 31,-18 17-15,18-17-1,0-1 1,0 1 0,0 0-1,0-1 17,0 1-17,0 0 1,-18-18-1,18 17 1,0 1 15,-17-18-15,-1 0 46</inkml:trace>
  <inkml:trace contextRef="#ctx0" brushRef="#br0" timeOffset="44708.74">19050 6685 0,'18'0'78,"-1"0"-46,1 0-1,0 0-16,-18 18 17,17-18-17,1 35 1,-18-17 0,35 17 15,-17-17-16,-18-1 17,17 19-1,1-36 0,-18 35 0,0-18 32,0 1-32,0 0 0,-18-18-15,-35 35 15</inkml:trace>
  <inkml:trace contextRef="#ctx0" brushRef="#br0" timeOffset="46350.9">17268 6703 0,'18'0'140,"0"0"-124,-1 0 15,19 0-15,-19 0-1,1 0 1,0 17 0,-1-17 15,1 18-15,17 0-1,-17-1 16,-18 1-15,35 0 0,0 35-1,-17-18 17,0-18-17,-1 1 16,-17 0-15,0-1 31,0 1-31,0 0 15</inkml:trace>
  <inkml:trace contextRef="#ctx0" brushRef="#br0" timeOffset="47361.68">17445 6967 0,'-18'0'31,"18"18"16,-17 0-32,-1 17 17,0 0-17,18 0 1,0-17 0,-35 0-1,35 17 1,0-17-16,-18-1 15,18 1 1,0 0 0,-17 17-1,-1-18 1,18 1 0,-18 35 15,18-18-16,-17 36 1,-1-36 15,1 18 1,17-18-17,-18-17 16,18 0 1</inkml:trace>
  <inkml:trace contextRef="#ctx0" brushRef="#br0" timeOffset="48704.17">17198 6862 0,'0'17'47,"0"18"-31,-18 36 15,-17 0 0,17-54-15,-17-17 15,0 0-15,17 0-1,1-17 1,-1-19 15,-35 19-15,18-54 15,35 36-15,-18-53-1,0-36 1,18 106-16,0-70 16,0-70-1,0 16 1,0 90 0,18-1-1,0-18 16,-1 53-15,-17-17 0,18 17-1,0 1 1,-1-18 0,19-1 15,-19 36-16,-17 36 79,0-1-78,0-18-1,0 19 1,0-1 0,0-17-1,0 17 1</inkml:trace>
  <inkml:trace contextRef="#ctx0" brushRef="#br0" timeOffset="51345.57">16422 6632 0,'17'0'609,"1"35"-578,-18-17 1,0 0-17,0-1 16,0 1 16,18-18 141,-36 0 15,0 0-172,-17 0-15,18 0-1,-1 0 1,0 0 0,1 0-1,-36 0 1,35 18 15,0-18-15,1 35 15,-1-17-15,0-18 15,18 17-15,-35 1 15,18 0-16,17-1 17,0 1-17,0-1 17,35 1-17,-18 0 16,1-18-15,17 0 15,-17 0-15,17 17 0,-17-17-1,-18 18-15,35-18 16,1 0 15,-1 0-15,-18 0-1,1 0 1,17 0 15,-17 0 0,0 0-15</inkml:trace>
  <inkml:trace contextRef="#ctx0" brushRef="#br0" timeOffset="52158.65">15981 6579 0,'0'18'32,"-18"-18"-17,18 53 1,0-18 15,-17-35-15,17 18-16,0 17 31,0 0-15,0-17-1,-18 17 17,18-17 14,0 0-30,0-1 0,0 1 15,0-1-15,-18-17 15,-17 0-16</inkml:trace>
  <inkml:trace contextRef="#ctx0" brushRef="#br0" timeOffset="53390.64">15311 6685 0,'17'0'125,"1"0"-109,35 0 15,-36 0-15,1 0 15,0 0-16,35 0 17,-36 18-17,18-1 17,-17-17-17,-18 36 16,18-19-15,-1-17 15,1 18-15,0 0 15,-18-1 0,0 1-15,0 17 0,0 0 15,0-17 16,0 0-32,0-1 32,-18 1-31,0 0 15,18-1-15,-17-17-1,17 18 1,-18-18 31,0 0-16</inkml:trace>
  <inkml:trace contextRef="#ctx0" brushRef="#br0" timeOffset="54046.94">15117 6685 0,'-18'0'15,"0"18"48,18-1-48,0 1-15,0 17 32,0-17-17,-17 0 17,17-1 14</inkml:trace>
  <inkml:trace contextRef="#ctx0" brushRef="#br0" timeOffset="54614.25">14940 6738 0,'-18'18'78,"18"-1"-47,0 1-15,-17-18-1,-1 18 1,18-1 31,0 1-32</inkml:trace>
  <inkml:trace contextRef="#ctx0" brushRef="#br0" timeOffset="55233.55">14993 6456 0,'18'35'94,"-1"-35"-63,1 0 16,0 0-32</inkml:trace>
  <inkml:trace contextRef="#ctx0" brushRef="#br0" timeOffset="56810.77">14411 6632 0,'18'0'110,"-1"0"-79,1 0 0,17 0-15,-17 0 15,-1 0 0,1 18 1,0-18-17,-1 0 17,1 17-17,-18 1 1,18-18-1,-1 18 17,1-18-17,-18 17-15,0 19 16,35-1 15,-35-17-15,0-1 15,0 36-15,0-35 15,0-1 0,0 1 0,0 0-15,18-18 0,-18 35 31,0-17-32,0-1 32,0 1-31,0 17 46</inkml:trace>
  <inkml:trace contextRef="#ctx0" brushRef="#br0" timeOffset="57726.39">14464 6897 0,'0'0'0,"0"17"32,0 1-1,-18 0-15,18-1-1,0 1 16,0 0-15,-17-18 0,-1 0-1,18 17 1,0 1 15,0 0 0,0-1 1,0 1-1,-18-18 0,18 17 16</inkml:trace>
  <inkml:trace contextRef="#ctx0" brushRef="#br0" timeOffset="63538.6">12965 6562 0,'0'17'687,"0"1"-656,0 0 32,0-1-32,0 1-15,0-1 15,-18 1 63,18 0-16,0-1-62,-18-17 155,-17 0-155,-18 0 0,35 18-1,-34-18 1,16 0 0,19 0 15,-1 18-16,0-18 17,1 35-1,-1-35 0,18 18-15,0-1-1,18 1 126,-18 0-125,53 34-1,-18-16 17,-35-19-17,35 1 16,-17 0 1,-1 17 15,1-35-16</inkml:trace>
  <inkml:trace contextRef="#ctx0" brushRef="#br0" timeOffset="64374.77">12259 6491 0,'0'18'63,"0"-1"-47,0 36 15,0-35-16,0 0 1,0 17 0,0 18 15,0-36-15,0 19 15,0-19-16,0 1 1,0 17 31,0-17-16,0 0 16,0-1-16,-18-17 16</inkml:trace>
  <inkml:trace contextRef="#ctx0" brushRef="#br0" timeOffset="66000.98">11589 6597 0,'17'0'47,"1"0"-16,0 0 16,-1 0-31,19 0 15,-19 0 0,1 0 16,-1 0-31,-17 18 15,18-18 0,-18 17-15,0 1 0,0-1 15,0 1-15,0 0 15,0-1 31,0 1-46,0 0 31,0 17-32,-18-35 48,18-18 93,0 1-140,18 17 15,0 0-15,-1 0 15,1 0-15,0 0-1,-1 0 16,-17 35-15,18-35 15,0 35-15,-18-17 0,0 0-1,17-1 1,-17 18-1,0-17 1,0 17 15,0-17 16,0 0-31,0 17 15,0-17-15</inkml:trace>
  <inkml:trace contextRef="#ctx0" brushRef="#br0" timeOffset="67140.8">11518 7003 0,'0'-18'93,"0"-17"-30,0-18-48,0 18 17,0-54-17,0 36 1,0 0 0,0 36-16,0-54 31,0 36-16,0 17 1,0-35 0,0 36-1,0-18 1,18-1 15,17 1-15,-35 17-1,0 1 1,0-1 0,0 0 15,18 1-15,-1 17-1,-17-18 1,18 18 15,-18-17-15,18-1-1,-1 18 1,19 0 0,-1-18-1,0-17 16,-17 35-15,17-18 0,-17 18-1</inkml:trace>
  <inkml:trace contextRef="#ctx0" brushRef="#br0" timeOffset="71141.4">10601 6244 0,'0'18'31,"18"-18"47,-18 17 32,35-17-95,-17 18 1,17 0 0,-18-1-1,1 19 1,35 17 15,0-18-15,-35 0-1,-1 18 1,1-53-16,-1 18 16,1-1-1,-18 1-15,53 35 16,-53-18 0,18-17-1,-1 35 1,-17-18-1,0-17 17,0-1-17,0 1 32,0 0-31,0 17-1,-17-18 1,17 1 0,-18-18 15,18 18-15,-35-18-16,35 17 31,-18-17-16,0 36 17,18-19-17,-17-17 17,-1 0-17,1 0 1</inkml:trace>
  <inkml:trace contextRef="#ctx0" brushRef="#br0" timeOffset="71983.6">10672 6632 0,'0'0'0,"0"18"16,-18-18-1,0 0 32,1 17-31,17 1 0,-36 0 15,36-1-16,-17-17 1,-1 36 0,18-19 31,18-17-16,-1 0 0,1 0-15,0 0 15,-1 0 0</inkml:trace>
  <inkml:trace contextRef="#ctx0" brushRef="#br0" timeOffset="73241.78">10372 6456 0,'0'17'31,"0"1"0,0 17 0,0 1 1,0-1-17,0-17 1,-18 17 0,0 0 30,18-17-30,-17-1 0,17 19 15,0 17-15,-36-18 15,36 0 0,0 0 0</inkml:trace>
  <inkml:trace contextRef="#ctx0" brushRef="#br0" timeOffset="74053.93">10160 6544 0,'0'18'16,"-18"-1"15,18 19 0,0-1-15,0 18 15,0-18 1,-17 0-1,17-17-16,0 0 1,-18-1 15,18 1 1,-18-18 46</inkml:trace>
  <inkml:trace contextRef="#ctx0" brushRef="#br0" timeOffset="75085.87">9648 6667 0,'18'0'78,"0"0"-63,-1 0 1,1 0 0,0 0 15,-1 0-16,19 0 17,-19 0-1,1 0-15,-18 18-1,17 0 1,-17-1 62,0 1-62,0 0 15,0-1 0,0 1 0,0 0-15,0-1 15,-17-17 0,-1 0-15,1 0 0,-1 0-1</inkml:trace>
  <inkml:trace contextRef="#ctx0" brushRef="#br0" timeOffset="76574.63">9119 6650 0,'36'-18'32,"-19"18"-1,1 0-15,-1 0 15,1 0-16,0 0 32,-1 0-31,-17 18 171,0-1-171,0 1 15,0 0 16,-17-1-31,17 1-1,-36 0 17,36 17-1,-35-35 0,18 35 0,-1-35 1,18 18-1,0 0 0,0-1-15,-18-17-1,18 35 1,0-17 0,0 35-1,0-35 1,-17 87 0,17-87-1,0 123 1,0-88-1,0-35-15,0 141 16,0-54 0,0-16 15,0-37-15,0-34-1,0 0 1,0-1 15</inkml:trace>
  <inkml:trace contextRef="#ctx0" brushRef="#br0" timeOffset="78222.03">8925 6068 0,'-53'17'15,"36"-17"1,-71 124 0,70-124-1,-53 88 1,71-35-1,-17-18 17,-1 1-17,0-19 17,1 18-17,-1-17 1,0 17 15,18-17-15,0 0-1,-17-1 1,-1 1 0,18 0-1,0-1 1,0 1 31,-17 17-32,-1-17 32,-17-1-16,17 19 1,0 17-1,-17-53-15,17 53 15,-17-36-16,0 1 17,17 17-17,1-17 1,-1-18 15,18 17-15,-35 1-1,17 0 1,0-18 15,18 17-15,-35 1 15,35 0-15,-17-1-1,17 1 1,-18-18 15,0 0-15</inkml:trace>
  <inkml:trace contextRef="#ctx0" brushRef="#br0" timeOffset="79440.86">7832 6473 0,'0'0'0,"17"-17"63,1 17-32,17 0 0,0 0 0,-17 0-15,17 0 15,-17 0 0,0 0-15,-1 0 0,-17 17-1,0 1 1,36-18 31,-36 18-32,0-1 17,0 1-17,0 0-15,0-1 16,-18 19 15,18-1 0,-18-18-15,1 1 0,-1-18-1,18 18-15,0-1 32,-18 1-1,1-18-31,-1 0 31,0 0-15,1 0 46</inkml:trace>
  <inkml:trace contextRef="#ctx0" brushRef="#br0" timeOffset="80311.97">7638 6244 0,'-18'0'62,"0"53"-46,1-35 0,17 35 15,-18-36-16,18 19 1,0-19 0,0 1-1,0-1-15,0 1 16,-18-18-16,18 18 31,0 17-15,0 0 15,0-17 16,-17 0-31,-1-18 30,1 0-30</inkml:trace>
  <inkml:trace contextRef="#ctx0" brushRef="#br0" timeOffset="81269.56">7038 6403 0,'0'-18'16,"18"18"46,-1-17-46,18 17-1,-17 0 17,17 0-1,-17 0 0,17 0-31,-17 17 31,0-17 1,-1 36-1,1-36-15,-18 17 15,0 18 0,0-17-15,0 35 15,0-35 0,0-1-15,0 1-1,0 0 1,0-1 15</inkml:trace>
  <inkml:trace contextRef="#ctx0" brushRef="#br0" timeOffset="82098.98">7020 6473 0,'0'0'16,"0"18"15,0 17 16,0-17-16,0 0 0,0-1-15,0 1-1,0 17 1,0 0 0,0-17 31,-17-18 31</inkml:trace>
  <inkml:trace contextRef="#ctx0" brushRef="#br0" timeOffset="83640.14">6509 6438 0,'17'-17'15,"-17"-1"1,18 18-1,0-18 1,-18 1-16,35 17 31,-35-18-31,18 18 32,-18-18-17,17 18 1,1 0-1,-1 0 32,19 0-15,-36 18-17,17-18 16,1 18-15,-18-1 0,18 1-1,-18 0-15,0-1 32,0 1-17,0-1 1,0 1-1,0 17 1,0 1 15,0-19-15,0 1 0,0 0-1,0 17 1,0-18-1,-18-17 79,0 0-78,-17 0 31,17 0-16,1 0 0,-1 0-15,1 0 31,-1 18-32,0 0 17,1-18-17,17 17 1,0 1-1,0 0 17,-18-1-17,18 1 17,0 0-17</inkml:trace>
  <inkml:trace contextRef="#ctx0" brushRef="#br0" timeOffset="85382.32">6156 5944 0,'-18'18'32,"18"17"-17,-106 53 1,89-17 0,-18-71-16,-107 159 15,125-106 1,-1-53-1,1 17-15,-19 19 16,19 16 15,-19 19-15,36-18 0,-17 0-1,-19 0-15,36-18 0,18 177 31,-18-159-15,0 17-16,35 54 16,1-36-1,-1-18 1,35-17 15,-34-35-15,34 0 15,-52-18-15,52 0 15,-17 0-15,124 0 15</inkml:trace>
  <inkml:trace contextRef="#ctx0" brushRef="#br0" timeOffset="88097.48">3933 5803 0,'18'0'78,"17"0"-62,-17 0 0,0 0-1,17 0 17,-17 0-17,-1 0 1,1 0-1,-1 0-15,-17 18 16,18-1 0,0-17-1,-1 36 1,19 17 15,-36-18-15,35-17-1,-35 34 1,18-34 15,-18 17-15,0 1 15,0 17-15,0-36-1,0 1 1,0 0 0,-36-1-1,19 36 17,-19-53-17,36 18 1,-35-1 15,-18 1 0,36-18 1,-1 0-1,0 0-16,36 0 79,-18-18-78,18 1-1,-1 17 1,18 0 0,1 0 15,-1 0 0,-17 0 0,17 0 1,0 0-1,-17 17 0,-18 19 0,18-36-15,-1 35 0,-17-17-1,0-1 1,35 1 0,-35-1-16,0 1 31,0 0-16,0-1-15,0 1 16,0 0 0,0 35 15,-17-36 0,17 18-15,-18-35 15,1 0-15,-1 0 15,-17 0-15,-1 0 15,19 0-16,-19 0 17,19 0-1,-1 0-15,-17 0 15,17 0-16,1 0 1,-1-17 0,18-1-16,-18 18 15,1 0 17,-1-17-17,0-1 1,1 18-1,-1 0-15,18-18 16,-18 1 31,1 17-31</inkml:trace>
  <inkml:trace contextRef="#ctx0" brushRef="#br0" timeOffset="89658.82">3510 6421 0,'0'-18'78,"18"18"-47,-18-18-15,17 1-1,1 17 16,-18-18-15,18 18 15,17 0-15,-17 0 31,-1 0-16,1 0-15,-18 18 62,0-1-63,18-17 1,-1 18 15,-17 0-15,0-1 15,0 1 0,0-1 16,-17-17 0,-19 0 16,36 18 77,0 17-108,0-17-17,0 0 16,0-1 1,0 1-1,-17 0-15,-19-18 109,19 0-79,17-18-30</inkml:trace>
  <inkml:trace contextRef="#ctx0" brushRef="#br0" timeOffset="91103.89">3052 6332 0,'35'0'93,"-35"18"-77,17-18 15,1 18-15,0 17-1,-18-17 1,0-1-16,53 36 31,-36 18-15,1-71-16,0 53 31,-18-1-15,0-34-1,17 17 1,1 36 15,-1-53-15,-17 17 0,0 0 15,0 0-16,0-17 17,0 0 15,-17-18 15,-1 0-46,18-18 31,0-17-16,-17 0 0,17-1 0,0 19 1,0-19-17,0 19-15,0-1 31,17 0-15,1 1 0,-1-1-1,36-52 17,-53 52-17,18 0 1,0-52-1,-18 17 32,35-18-31,-17 18 15,-18-35 0,0 53 1,0 17 15</inkml:trace>
  <inkml:trace contextRef="#ctx0" brushRef="#br0" timeOffset="171983.59">28998 8308 0,'18'0'32,"0"0"-17,-1 0 16,1 0-15,0 18 15,-18-1 1,17-17-17,1 0 1,-18 18 31,0-1-32,0 1 32,0 0 16,0-1 155</inkml:trace>
  <inkml:trace contextRef="#ctx0" brushRef="#br0" timeOffset="183421.81">27817 8308 0,'0'70'0,"0"-140"0,0 264 15,0-176 1,0 123 0,0-106-1,0-17 1,0-1-1,0 1 17,0 0-1,17-18 0,-17 17-15,18 1 31,-1-18-32,1 0 17,0 0-17,17 0 16,-17 0 1,-1-18-17,36 1 17,-35-1-1,-1 0-16,1 1 32,0-19-31,-18 1 15,0 0 0,0 17-15,0-17 0,0 17-1,0-17 17,0 0-17,0-1 1,0 19-1,0-1 1</inkml:trace>
  <inkml:trace contextRef="#ctx0" brushRef="#br0" timeOffset="185467.27">28187 8361 0,'0'35'31,"0"18"1,0-18-17,0 1 1,0-19 0,0 36-16,0 0 31,18 0-16,-18-35-15,0-1 16,0 1 0,0 17 15,0-17 0,0-1-15,0 1-1,0 0 1,0-54 78,17 1-79,1-18 1,17-88 0,18-35-1,-18 52 1,-17 89-16,-18-18 0,18-17 31,-18 34-15,35 36 15,-35 18 63,0 0-63,0-1-15,0 18 15,18 18-15,-18-35-1,17 35 1,-17-18-1,0 0 1,0-17-16,18 0 16,-18 17-1,17-17 1,-17-1-16,18 36 31,-18-35 0,0-1-15,0 1 0,0 0 15,0-1-15,-18 1 30,1 0-14,17-1-17,-18-17 17,1 0-1,34 0 94,-17-17-94,18-1-15,-1 18 31,1 0-16,0 0 0,35 35-15,-36-35-1,1 18 1,0 17-16,-1-35 31,18 18-15,-35 0-16,18-18 31,-18 17-15,18 1 15,-18-36 94</inkml:trace>
  <inkml:trace contextRef="#ctx0" brushRef="#br0" timeOffset="186751.76">28646 8132 0,'0'17'32,"0"36"-1,0 18 0,0-18 16,0-1-16,0-34-31,0 53 32,0-54-17,17 19 1,-17-1 31,35-35-32,-35 35 1,0-17 46,18-18-30,0 0 15,-1 35-32,1-35 1,0 0-1,17 0 32,0 0-31,0 0 0,18 0 15,-35 0 0,0 0-15,-1 0-1,36 18 17,-35-1 14,0-17-30,-18 18 15,17-18-15,1 0 0</inkml:trace>
  <inkml:trace contextRef="#ctx0" brushRef="#br0" timeOffset="189221.75">27146 8378 0,'0'36'0,"0"-72"0,0 89 31,-17-35-16,-1-18 1,0 35 0,18-17 15,0 17-15,-17-35-16,-1 18 31,0-1 0,1 1-15,-1-18 15,-17 0 0,0 0 0,17 0-15,0 0 0,1 0-1,-1-18 1,0 18 0,1-17-1,17-18 1,0-1 15,0 19-15,0-1-1,0-35 17,0 35-17,17-17 16,1 35-15,-18-17 15,18-1 1,-18 36 46,0-1-47,0 1-15,0 35-1,0-36 1,0 1-1,0 17 1,0 18 15,-18-35-15,0-1 15,1 1-15,17 0 15,-18-18-15,18 17-1,-35 1 1,35 0 0,-18-1 15,18 1-16,-17-18 32,-1 0 31,18-18-62,0-17 15,0 0-15,0 17 0,0 0-1,0-34 1,0 16-1,0 1 1,0 17 0,0-35-1,0 18 1,0 18 0,0-54-1,0 53 1,0-17-1,0 17 1,0 1 0,18-18 15,-1-1-15,-17 19 15,35-1-16,-17 18 1,-18-18 0,0 1-1,18 17 1,-1 0 15,1 0 0,0 0 1,17 0 30,-53 0 48</inkml:trace>
  <inkml:trace contextRef="#ctx0" brushRef="#br0" timeOffset="190640">25453 8255 0,'0'18'359,"0"-1"-343,18-17 15,-1 36 0,1-19 0,-1 18 1,-17-17-1,18-18 0,17 18 0,-35-1-15,0 1 31,0 17-32,18-35 32,-18 36-15,0-19 14,0 1-30,0-1 15</inkml:trace>
  <inkml:trace contextRef="#ctx0" brushRef="#br0" timeOffset="191336.8">25488 8484 0,'0'0'0,"0"18"31,0 0 0,-17-1-15,17 1 46,0-1-46,0 19 31,-18-19-31</inkml:trace>
  <inkml:trace contextRef="#ctx0" brushRef="#br0" timeOffset="192249.58">25224 8308 0,'0'18'62,"0"-1"-30,17 1-17,-17-1 1,18 1 15,0-18 0,-1 0 1,-17 35-1,18-35-16,-1 0 17,-17 18-1,36-18 0,-36 35 32</inkml:trace>
  <inkml:trace contextRef="#ctx0" brushRef="#br0" timeOffset="193304.28">25294 8396 0,'0'18'93,"-17"-1"-30,17 1-48,0 0 1,0-1 15,-18 1-15,18 0 15,-18-18 0,1 17 32,-1-17-47,18 18 15,-18-18 0,1 0 16,-1 0-31,-35 17 15,18 19-16,17-36-15,-17 0 32,-18 0-17,35 0 17,1 0-17,-1 0 16,18-36-15</inkml:trace>
  <inkml:trace contextRef="#ctx0" brushRef="#br0" timeOffset="194904.5">25012 8167 0,'0'35'47,"0"18"-16,0-18-15,0 1 15,0-19-31,0 18 31,0-17-15,0 0-1,0-1 1,0 19 0,-18-1 15,18-17-16,0-1 17,0 1-17,-35-53 95,17 17-95,18 0 17,0-35-1,-17 18 0,17 17 0,-18 18-15,0 0 46,18 18-46,-17 0 0,17-1-1,0 19 1,-35-36 0,35 17 15,0 1 0,0 0 16,0-1-31,0 1-1,-18-18 1,18 35 15</inkml:trace>
  <inkml:trace contextRef="#ctx0" brushRef="#br0" timeOffset="195666.39">24677 8202 0,'0'35'47,"0"1"-16,0 34 16,0-52-47,0 35 16,0-36 31,0 19-32,0-19 1,0 1 0,0 0-1,0-1 1,-18 1 0</inkml:trace>
  <inkml:trace contextRef="#ctx0" brushRef="#br0" timeOffset="196736.72">24518 8290 0,'0'18'47,"0"17"-31,0-17-1,0-1 1,0 1-1,0 0 1,0 52 15,0-52-15,0 0-16,0 17 31,0 0-15,-18-17 15,1 17-15,-19-17 31,19-1-32,-1-17 1,-17 36-1,35-19-15,-18-17 16,-17 18 0,17-18-1,1 18 1,-19-18 0,1 0 15,18 0-16,-19 0 1,19-18 0,-1 0-1,-17-17 1,-1 35-16,19-18 31</inkml:trace>
  <inkml:trace contextRef="#ctx0" brushRef="#br0" timeOffset="198485.53">23918 8167 0,'0'0'0,"0"17"31,36 1 94,-19-18-78,1 0-16,-18 18 0,18-18-15,-1 17 31,1 1-16,-18 0-15,35-18 15,-17 0 0,-1 0 32,-17 17-48,18-17 1,-18 36 15,18-19 0,-18 1 1,0-1 14,0 1-30,0 0 15,0 17 1,0-17-17,0-1 1,0 1-1,0 0 17,0-1-17,0 18 32,0-17-31</inkml:trace>
  <inkml:trace contextRef="#ctx0" brushRef="#br0" timeOffset="199327.84">23989 8520 0,'-18'17'79,"18"18"-17,0-17-31,0 0 1,-35 17 14,17-35 95</inkml:trace>
  <inkml:trace contextRef="#ctx0" brushRef="#br0" timeOffset="-211272.62">32985 13600 0,'-18'35'15,"0"-35"17,1 17-17,-1 1 17,1 17-17,-1-35 16,0 18-15,1 0 0,-1-18-1,0 0 1,-17-18 0,17 18-1,-17-53 16,17 0-15,-17 0 15,35 36-15,0-36 0,-17 0 15,17-35 16,0 35-32,35 0 17,-35 35-17,0 1 1,0-19-1,0 19 1,17-19 0,19 1 15,-36 17-15,17 1-16,-17-1 0,53-35 31,-53 36-16,18 17-15,-18-18 0,18-17 16,-1 17 15,1 0 1,17 18-1,-17 0 0,-1 0-15</inkml:trace>
  <inkml:trace contextRef="#ctx0" brushRef="#br0" timeOffset="-209667.46">31785 13264 0,'18'0'32,"17"0"-1,-17 0-15,-1 0-16,1 0 15,0 0 1,52 0-1,-52 0 1,17 0 0,-17 0-16,35 0 31,-36 0-15,54 0 15,-18 0 0,-35 0 0,-1 0 1,-17 18-1,0 0-16,0 17 1,-17 18 15,17-18 1,-18 0-17,-17-17 1,35 17 15,-18-35-15,18 36-1,-18-19 1,1 1 0,17 17-1,-18-35 1,0 0-1,1 0 1,-19 0 15,36-17 1,-17-19-17,17 19 16,0-1-15,-18 36 93,1-1-93,17 1 0,-18 17 15,18-17-15,-35-1-1,35 1 1,-18 0-1,0-1 1,18 1 15,-17-18-15,-1 0 31,0-18-32,18 1 1,0-1 0,-52 0-1</inkml:trace>
  <inkml:trace contextRef="#ctx0" brushRef="#br0" timeOffset="-208870.95">31697 13511 0,'-18'-17'15,"1"17"17,-1-18-17,18-17 16,0 17 32,0 1-32,0-1-15,0 0 15,0 1-15,0-36-1,0 35 1,0-35 15,18-17-15,-18 17-1,0 0 1,17 17-16,-17-87 31,53 52-15,-53 19 0,18-19-1,-18 53-15,0 1 0,18-19 16,-1 19-1,-17-18 17,18 35-32,0-18 31,17 18 0,-18 0-15,1 0-1,0 0 1,-1 0 0,36 0 15,-53 18 0,0-1-31</inkml:trace>
  <inkml:trace contextRef="#ctx0" brushRef="#br0" timeOffset="-208127.72">31238 13247 0,'18'17'93,"0"1"-61,-1-18-17,1 18 16,0 17-15,-1-17 15,1-1 1,35 1-17,-18 0 16,-17-1 1</inkml:trace>
  <inkml:trace contextRef="#ctx0" brushRef="#br0" timeOffset="-207418.94">31221 13300 0,'-18'0'15,"18"17"17,-17 1-1,-1 0-16,-35 35 17,35-1-17,1-52 1,-54 53 0,36-35 15,-36 35 0,-17-18 0,18 0-15,17-35 0,-71 71 15,36-71-16,-18 18 17,53-18-32,36 0 0,-54 17 31</inkml:trace>
  <inkml:trace contextRef="#ctx0" brushRef="#br0" timeOffset="-206529.55">29263 13229 0,'18'0'31,"-36"0"-31,53 0 31,-17 0 0,-1 0-15,1 0 0,0-17-1,35 17 1,-36 0 0,19 0 15,-19 0-16,18 35 48,-17-35-47,-18 53 15,0-18-16,0-17 1,0 17 0,0-17-1,0 34 17,-35 1-17,17 0 32,1-17-31</inkml:trace>
  <inkml:trace contextRef="#ctx0" brushRef="#br0" timeOffset="-206067.42">29369 13582 0,'-18'0'31,"18"-18"-31,-18 18 32,1 0-1,-1 18 0,1-18 0,-1 18-15,-17-1 15,35 1 0</inkml:trace>
  <inkml:trace contextRef="#ctx0" brushRef="#br0" timeOffset="-204684.88">28981 13194 0,'0'18'47,"-18"17"-31,0-18 0,1 36-1,17-35 16,0 0 1,0-1-1,17-17 63,-17-17-63,0-1 31,18 18-30,0 0 15,-1 0-32,19 0 16,-19 0-15,1 0 15,0 0-15,-1 0 15,-17 18 0,0-1 1,0 19-1,0-19-15,0 1-1,0-1 1,0 1-1,0 0 1,-17-18-16,-1 53 31,0-36 1,-17 1-17,0 0 1,17-18-1,0 0 1,1 0 0,-1 0-1,-17 0 1,17 0 0,1 0-1,-1 0 16,18-18-15,-18 0 0</inkml:trace>
  <inkml:trace contextRef="#ctx0" brushRef="#br0" timeOffset="-203339.19">28857 13247 0,'-17'0'31,"-1"0"0,0 35-15,18-17-16,0-1 16,-17-17-1,17 36 1,0-19-1,-36 19 1,36-19 0,-17 36 15,17-35-15,0-1-16,0 1 31,-18 0-16,18-36 64,0 0-64,0-17 16,0 17-15,0 1 0,0-1-1,0 1 1,-18-19 0,1 36-1,17-17 1,0-1-1,-18 18 1,1 0 15,-1 0-15,0 35 15,18-17-15,-17-18-16,17 35 31,0-17-15,0-1-1,0 1 1,0 0 0,0-1-1,0 1 16,0 0-15,-18 17 62,18-17-62,-18 34 15,18-34-15,-53 17 15,53-17-15,0 0-16,-17-18 31</inkml:trace>
  <inkml:trace contextRef="#ctx0" brushRef="#br0" timeOffset="-202544.93">28434 13229 0,'-18'53'47,"18"53"-16,-53 0 0,36-89-15,-1 36-1,18-17 1,-35-1 0,-18 71 15,35-89-15,-17 54-1,0-18 16,-1-36 1,36 1-17,-17-18-15,-19 18 16,19-18 31,17-18-32,-18 18-15,18-35 32,-35 17-17</inkml:trace>
  <inkml:trace contextRef="#ctx0" brushRef="#br0" timeOffset="-201818.22">28116 13176 0,'-17'18'0,"17"0"16,-36 70-1,19-53 1,-1 36 0,-35 17 15,53-18-15,-17-34 15,-1-19-16,0 18 17</inkml:trace>
  <inkml:trace contextRef="#ctx0" brushRef="#br0" timeOffset="-200170.38">27675 13353 0,'0'0'0,"18"0"47,0 0-31,-1 0 15,1 17 0,0-17-31,-18 36 16,0-19 0,0 18 30,0-17-14,0 0-17,0-1 17,0-34 77,0-1-93,-36-17 15,36-18-16,0 35 1,0-17 0,-17 17 15,-1 1 0,0 17 32,1 17-48,-36 36 17,18 0-17,17-53 1,0 35-1,1-35-15,-19 36 32,19-19-17,17 1-15,-18-18 16,-17 35 15,17-17-15,1 0-1,-19-1 1,19 1 0,17-1-16,-36 19 31,19-19-15,-54 1 15,36 0-16,17-18-15,-141 0 32,18 0-17,36 0-15,87 0 0,-405-89 32,158 1-17,53 18-15,54 34 16,-248 72 15,388-36-31,1 53 16,-36-18-16</inkml:trace>
  <inkml:trace contextRef="#ctx0" brushRef="#br0" timeOffset="-195263.26">24800 13282 0,'0'0'0,"-17"0"16,-1 0-1,0 0 1,-17 0 47,17 0-48,-105 18 16,-1-18 1,107 0-32,-36 0 31,35 0-15,1 0 15</inkml:trace>
  <inkml:trace contextRef="#ctx0" brushRef="#br0" timeOffset="-160325.39">32103 16933 0,'17'0'31,"-34"0"-31,70 0 16,0-17 15,-36-1-16,1 18 1,0 0 0,34 0-1,-34 0 17,0 0-17,-1 0 1,1 0-1,0 35 17,-18-17-17,17-18-15,1 35 32,-18-17-17,0 0-15,0 17 16,0-18-1,0 19 1,0-19 0,0 1-16,0 35 31,0-35-15,-18 17-1,-17-18 16,17 19-15,-17-36 0,0 0-1,0 0 17,17 0-17,18-18 1,-18 0-1,18 1 17,0-1-17,0 1 1,-17 17 0,-1 0 15,0 0 0,1 17 0,-1 1-15,18-1 31,0 1-32</inkml:trace>
  <inkml:trace contextRef="#ctx0" brushRef="#br0" timeOffset="-159542.55">32032 17216 0,'-17'-18'16,"-1"18"31,18-18-47,-18 36 46,-17-18-14,-18 0-1,35 0-15,1 0-1,-54-18 16,36 1-15,0-19 0,17 19-1,0-1 1,-17-35 0,35 36 15,0-36-31,0-18 15,0-17 17,0 70-17,0 1-15,18-54 32,-1 18-17,1 53-15,17-70 31,1 34 1,-19 36-17</inkml:trace>
  <inkml:trace contextRef="#ctx0" brushRef="#br0" timeOffset="-158267.36">31344 16916 0,'18'-36'16,"0"19"-1,-1 17 17,18 0-1,-17 0 0,0 0-15,-1 0-1,1 0 17,0 35-1,-18 36 0,0-36 16,0 18-31,0-36-1,0 1 1,0 17 0,-36 1 15,-17-19 0,18-17 0,-18 0 1,36-17-17,-1 17 16,18 17 48,-18 19-48,18-19 0,-17 1 0,-1-18-15</inkml:trace>
  <inkml:trace contextRef="#ctx0" brushRef="#br0" timeOffset="-157656.78">31168 17127 0,'0'-35'16,"0"-18"15,0 0 0,0-17-15,0 52-16,18-88 31,-18 71-15,0 0-16,17-89 16,36 1 15,-53 105-16,0-17 1,0 17 0,18 1-1,-1-1 1,1 18 15,35 0 16,-18 18-16,-17 17-15</inkml:trace>
  <inkml:trace contextRef="#ctx0" brushRef="#br0" timeOffset="-155575.21">30727 16863 0,'53'-71'31,"-36"54"-15,-17-1-1,36 18 1,-19 0 0,1 0-1,0 0 1,-1 0 0,1 0-1,0 18 1,-18-1-1,17-17 1,19 18 15,-36 17-15,17-35 15,-17 35-15,0-17-1,0 17 1,0-17 0,0 0-1,0-1-15,0 1 32,0 17-17,0-17 1,0-1-1,0 1 17,0-36 61,0-17-77,0 0 0,0 17-1,0 1 1,0-19 0,0 19-1,0-19 1,0 19 15,0-1 0,-35 18 63,17 0-78,18 18-1,-35-1 1,17 1 15,-17 0-15,0-1 15,17-17-15,0 18 15,1-18 0,-1 0-15,18 35 15,0 18 0,0-35 1,0-1-17,-17 1 16,17 17-15,-36-17 0,36 17-1,-17-35 1,-1 0 0,-70 0 15,35 0 0,35 0-15,-70 0 15,53 0-15,-36 0 15,1 0-16,52 0-15,-35 0 16,18 0-16</inkml:trace>
  <inkml:trace contextRef="#ctx0" brushRef="#br0" timeOffset="-153310.33">27358 16298 0,'0'18'141,"0"35"-125,0 35 15,18 36 0,-1-54 0,-17 18-15,18-70 15,-18 17-15,0-17 0,0-1-1,0 1 1,17-18 31,19-18-16,-1 1-15,18-54-1,-35 36 16,-1 35-15,1-18 0,-18 1-16,17 17 15,1 0 1,0 0-16,-18-36 0,0 19 31,53-54 0,-53-17-15,0 70 0,0-34-1,0-1 17,0 35-1,0 0-16</inkml:trace>
  <inkml:trace contextRef="#ctx0" brushRef="#br0" timeOffset="-150292.09">28081 16563 0,'-18'0'62,"1"0"-46,-36 0 15,18 0-15,-1 35 15,1-35-15,17 0-1,1 18 1,17 17-1,-18-35 1,1 18 0,17-1-1,0 1 1,-18 0 0,18-1 15,0 19 16,0-19-32,0 1 32,0-1 0,18-17-31,-1 0-1,1 0 1,35 0 15,-18 0 0,-17 0-15,-1 0-16,36 18 31,-35-18-15,-1 0-16,1 0 0,17 0 31,-17 18-15,17 17 15,18-17 0,-53-1 1,0 1-1,0 17 0,0 1-15,0-1 15,-17-18 0,-1-17-15,18 18-16,-35 17 31,17-17-15,18 0-16,-18-1 31,1-17-15,17 18-1,-36 0 16,54-36 94,17-17-93,-35 17-32,53-35 31,-17 35-15,-19 1 15,18-18-16,18-18 17,-35 53-17,17-53 17,-17 53-17,0-18 16,-1-17 1,19 35-17,-19-36 17,18 19-1,-17 17-31,17-18 31,1 1-15,-36-36 15,17 35-15,-17 0-1,0 1 1,0-1-1,0 0 1,0 1 15,0-1-15,-17 18 31,-1 18-32,-35-1 17,35 1-17,-17-18 17,35 35-17,-35-17 1,0 35-1,17-35 1,0-1 0,-17 18 15,-18 18 0,53-35-15,0 0-1,-18-1 1,1 1 0,17 0-1,0-1 17,0 1-1,17-18 16,-17-35-47,18 35 15,35 0 17,-18-36-1,1 36 0,-1 0-15,18 0-1,0 0 17,0 0-1,-36 0-16,1 0 1,17 0 15,-17 0-15,-1 0 0,1-17 15,-18-1 0,0 0 0</inkml:trace>
  <inkml:trace contextRef="#ctx0" brushRef="#br0" timeOffset="-148915.46">28787 16545 0,'0'18'47,"0"17"-16,0 0-15,0-17 0,0 0-1,0-1 1,0 19 0,0-1-1,0 0 16,0-17-15,0 35 15,0-36 1,0 1-17,0 0 1,0-1-1,17 1 17,1-18-1,-18-18 0,0 1-15,18-1-1,-18 0 1,0-52 15,0 35-15,17 17 0,-17 0-16,0-35 31,0 18-16,0 17 17,0-17-17,0 18 1,18-1 0,-1 0 15,1 18 0,0 0-15,17 0 15,-17 0 0,-1 0-15,1 0-1,17 0 1,18 0 15,-35 0-15,17 0 15,-17 0-15,17 0 31</inkml:trace>
  <inkml:trace contextRef="#ctx0" brushRef="#br0" timeOffset="-147742.42">29475 16422 0,'-18'0'32,"0"0"-1,1 0 16,-1 0-32,0 0 1,18 35 0,-17-17-1,-19 17 1,19-17 0,-1-1-1,18 19 1,0-19-1,0 1 17,0-1-17,0 1 17,0 0-1,0 17 0,18-35-15,-18 18-16,0-1 31,35 1-15,-17-18-16,-1 35 31,1 0-16,0 1 17,-1-36-17,1 35 1,-18-17 0,18-18-1,-18 35 1,0-17-1,0 17 1,-18-35 15,-17 18-15,-1-18 0,19 0 15,-19 0 0,1 0 0,18 0 1</inkml:trace>
  <inkml:trace contextRef="#ctx0" brushRef="#br0" timeOffset="-146439.18">24836 17198 0,'0'-18'31,"35"-17"1,-35 17-17,17 18-15,19-70 32,-1 17-17,36-53 16,-54 53-15,1-53 15,17 36-15,-35 52 0,35-35-1,-17 53-15,0-70 31,17 17-15,-17-18 0,-1 71-16,19-53 31,-1 18-15,-18 0 15,19-1-16,17 1 1,123-124 15,-123 89 1,-18 70-17,-17 0 1,-1 0 15,-17 17 16,0 36-16,-17 0-15,-107 106 15,124-141-31,-88 35 16</inkml:trace>
  <inkml:trace contextRef="#ctx0" brushRef="#br0" timeOffset="-145120.21">24536 16651 0,'0'18'16,"17"-18"46,1-18-46,0-17-16,17 35 31,-17-18-15,-1 18-16,36-17 31,-35 17-15,35 0-1,-18 0 16,0 0-15,-17 0 0,17 0 15,-35 17-15,18-17-1,-18 53 1,0-35 15,0-1-15,0 1-1,0 0 1,0-1-16,0 19 31,-36-1 0,36-18 1,0 1-1,-17-18-15,-1 18-1,18-1 1,-17-17-1,17 18 1,-18 0 15,0-18-15</inkml:trace>
  <inkml:trace contextRef="#ctx0" brushRef="#br0" timeOffset="-144495.78">24747 16757 0,'-17'0'46,"-1"0"-30,18 35 0,-18-35-1,18 18-15,0-1 32,-17 19-17,-1-1 16,1-17-15,-1-1 15,0-17-15,18 18 0,0 0-1,-17-1 16,-1 19-15,0-36 0,18-18 15,0 0-15</inkml:trace>
  <inkml:trace contextRef="#ctx0" brushRef="#br0" timeOffset="-143851.99">24447 16633 0,'0'0'0,"-17"18"16,-1-18-16,-17 53 31,17-35-16,-17 35 17,35-36-17,-18 18 1,1 54 31,-19-72-16,36 19 0</inkml:trace>
  <inkml:trace contextRef="#ctx0" brushRef="#br0" timeOffset="-142526.33">23865 16704 0,'0'0'0,"18"0"31,-18-18 0,18 18-15,17 0 15,-17 0 0,-1 0-15,19 0 0,-19 0 15,1 0-16,-1 18 17,1-18-17,-18 18 1,0-1 0,0 1-1,0 0 16,0 17 1,0-18-17,0 1 1,-18 0 0,1-1-1,17 1 1,0 0-1,-18-18 1,-17 17 15,0-17-15,17 0 31,18-17-16,0-36-15,0 0 15,0 18-15,0 17-1,0-17 1,0 17-1,0 0 32,0 1-15,18 17-17,-1 0 1</inkml:trace>
  <inkml:trace contextRef="#ctx0" brushRef="#br0" timeOffset="-142013.15">23742 16669 0</inkml:trace>
  <inkml:trace contextRef="#ctx0" brushRef="#br0" timeOffset="-139719.28">23513 17022 0,'0'17'78,"17"-34"16,1 17-78,-18-18-16,18 18 15,17-71 1,-35 54 0,17-54-1,-17 18 1,0 36-1,0-54 1,0 53 0,0-17-1,0 0 17,-17-36-1,-1 54-31,1 17 15,-1-71 17,0 18-1,1 36-15,-1-19-1,18 1 1,0 17-16,-18-17 31,18 17-15,0-17-1,0 0 1,0 0 0,0 17-1,18-35 1,0 53-1,-1-35 1,1 35 0,17 0 15,-17 0-31,-1 0 31,-17 17-15,18 36 15,-18-17-15,0-19-16,0 18 15,0 18 1,0 0 0,0 0-16,-35 0 15,17 0 1,-17 0-1,35-18-15,-18-35 0,18 36 16,-35-1 0,0 18 15,-1-36-15,19 1-1,-1 17 1,18-17-1,-35 0 1,17-1 15,18 1 1,0-1-1,36-52 47,-1-18-31,18 18-16,-18 17 0,-17 1-15,-1 17 15</inkml:trace>
  <inkml:trace contextRef="#ctx0" brushRef="#br0" timeOffset="-136121.15">22542 16969 0,'-17'0'16,"17"35"15,-18-35 0,1-18 16,-1 18-16,18-17-15,-18-1 0,18 0-1,-17-17 1,-19-36 15,36 54-15,0-36-1,-17-18 17,-19 36-1,36-18-15,0 0 15,18 18-16,0-53 17,-18 70-17,0 1 1,17-19 0,1 19 15,0 17-16,-1 0 17,-17 35-1,0 0-15,0 0-1,0 54 16,0-72-15,0 19 0,-17-1-1,-1-18 1,0 19 0,1-19-1,-1 19 1,0 17-1,1-36 1,-18 18 0,17-35 15,0 18-15,1 17 15,-1-35 16,0 0-32,-17 0 32,35-35-31,-18 35-1,18-18 17,-17 1-17,-1 17 1,18-18 0,0-17 15,0 0 16,0 17-32,0 0 32,0 1-16,18-1-15,-1 18 31,19 0-31,-19 0 15,1 35 0,-18-17-15,18 17 15,-18-17-15,0 0-16,0-1 31,0 1-16,0-1-15,0 19 32,0-19-1,0 19 0,0-19 32,-18 1-48,0-18 1,18 18 765,18-18-750,-18 17-15,18 1 0,-1-18-1,1 18 17,-18 17-17,18-35 16,-18 17-15,17 1 15,-17 0 1,0-1-1,0 1-16,0 17 32,0-17-31,18-18 46,-18-35-30</inkml:trace>
  <inkml:trace contextRef="#ctx0" brushRef="#br0" timeOffset="-135039.8">21467 16810 0,'17'0'16,"1"-18"15,-18 1-16,17 17-15,1-18 32,0 0-17,-1 18-15,1 0 32,0 0 14,-1 0-14,36 0-1,-35 0 0,-1 18-15,-17 0-1,18-1 1,0-17 0,-1 0-1,-17 18 1,36-1 0,-36 1-1,0 35 16,0-35-15,0-1 0,0 19-1,0-19 17,17 36-17,-17-35 16,0 17 16,0-17-31</inkml:trace>
  <inkml:trace contextRef="#ctx0" brushRef="#br0" timeOffset="-134531.02">21643 17110 0,'0'17'62,"0"1"-46,-18 17 15,1-35-15,17 18-16,0 17 15,-18-35 1,0 35 0,18-17-1</inkml:trace>
  <inkml:trace contextRef="#ctx0" brushRef="#br0" timeOffset="-133232.56">20990 16792 0,'-17'0'31,"-1"0"1,0 18-17,1-18-15,-36 70 32,35-17-17,18-35 1,-17 17-1,17-17 1,-18 0 0,18-1-1,0 1 17,0-1-17,-18-17 1,18 18 15,0-53 47,0 17-62,-17-35 15,17 18-15,0 17-1,-36 1 1,19-1 15,-1 18 16,0 0-31,1 0 15,17 35 0,-18-35-15,0 18-1,1 35 17,17-35-1,0-1 16,0 1-32,0-1 17</inkml:trace>
  <inkml:trace contextRef="#ctx0" brushRef="#br0" timeOffset="-132328.29">20479 16598 0,'0'18'31,"0"17"-15,0 0-16,0-17 0,0 105 31,0-52-15,0-36-1,-18 36 1,0 35 15,18-71-15,-17-35-16,-1 53 15,18-18 1,0 0 0,-35 1-1,-18-1 17,35-17-1,1-18-16,-36 0 1,18 0 0,17 0-1,0 0 1,-35 0 0,36 0-1,-36 0 1</inkml:trace>
  <inkml:trace contextRef="#ctx0" brushRef="#br0" timeOffset="-130828.54">20073 16669 0,'18'17'359,"-18"1"-343,35 0 31,-17-18-31,-18 17 15,17-17-16,1 0 48,0 0-47,-18 18 46,17 17-31,-17 0 1,0 18 30,0-35-46,0 0-1,0-1 1,0 1 0,0 0-1,0-1 1,0 1-1,0 17 17,0-17-1</inkml:trace>
  <inkml:trace contextRef="#ctx0" brushRef="#br0" timeOffset="-130241.2">20055 16933 0,'-17'18'15,"-1"0"16,18-1-15,0 1 0,0 17 15,0-17 0,-35-18-15,35 17-1,-18-17 1,18 18 15</inkml:trace>
  <inkml:trace contextRef="#ctx0" brushRef="#br0" timeOffset="-129337.61">19897 17022 0,'-18'-18'16,"18"0"-16,-18 1 31,1-19-15,17-17-1,0 0 1,0 18-16,0-141 31,35 52-15,-35 107-16,18-124 31,-18 52-15,0 54-1,17-18 1,1 36 0,-18-36-1,18 35-15,-18-17 16,0 17-1,0 0 1,35-34 0,-18 34-1,-17-17 1,18 35 0,0-18-1,-1 18 16,1 0-15,0 0 0,-18 18 15,17-1-15,19-17-16,-19 0 31,1 0-31,-18 18 0,18 17 31,-1-35-15,-17 18 15,0-1-15,0 1 15,0 0-31</inkml:trace>
  <inkml:trace contextRef="#ctx0" brushRef="#br0" timeOffset="-128459.61">19526 17039 0,'18'-35'32</inkml:trace>
  <inkml:trace contextRef="#ctx0" brushRef="#br0" timeOffset="-34369.1">25206 12294 0,'-35'36'46,"17"-36"-30,0 17 0,-17 1-1,17-18 17,-17 35-17,18 18 16,-1-53-15,-17 53 15,17-35-15,-35 70 15,18-35 0,35-18-15,-35 0 15,35-17-15,0 17 15,0 18-15,0-18 15,0-17-15,0 53 15,0-54-15,0 1-16,0 17 31,0 18-16,0-18 17,0 18-17,0-35 1,0 35 0,0-18-16,0 53 31,0-70-16,0 0 1,0-1 0,-36 54 15,19-36-15,17-17-1,0-1 1,0 19-1,0-19 17,0 1-17,-18-18 32</inkml:trace>
  <inkml:trace contextRef="#ctx0" brushRef="#br0" timeOffset="-33214.53">24465 13212 0,'0'0'0,"18"0"78,-1 0-62,-17-18-16,18 18 15,17 0 16,-17 0-15,0 0 0,-1 0-1,1 18 17,0-18-17,17 17 16,-35 1 1,0-1-1,17 1 0,-17 17 0,18 1 1,-18-19-17,0 19 1,0-1 15,0-18-15,0 19-1,-18-36 1,18 17 0,0 1-1,0 0 17,0 17-17,0-17 1,0-1 15</inkml:trace>
  <inkml:trace contextRef="#ctx0" brushRef="#br0" timeOffset="-32526.17">24500 13406 0,'0'17'47,"0"1"-32,0-1 1,0 1 0,0 0-1,0 17 16,0-17 1,0-1-17,0 1 17,0 0-1</inkml:trace>
  <inkml:trace contextRef="#ctx0" brushRef="#br0" timeOffset="-31714.12">24289 13053 0,'0'35'31,"0"-17"1,0-1-17,0 36 1,0 0 15,0 0 0,0-35-15,0 35 0,-18 0 15,18-1-16,-18-34 1,18 0 0,-17 17-1,17-17 1,-18-18 15,1 0-15</inkml:trace>
  <inkml:trace contextRef="#ctx0" brushRef="#br0" timeOffset="-30507.7">23936 13229 0,'0'-17'16,"0"-19"-1,18 19 48,-1 17-32,1 0-15,-18-18-16,18 18 31,17 0-15,-18 18-1,1-18 1,0 35 0,-1-17-1,1 17 16,-18-18-15,35 36 15,-35-35 1,0 17-17,0-17 16,-17-18-15,17 18 0,-18-18-1,0 0 1,-17 0 15,17 0-15,-17-18-1,18 0 17,-19 1-17,1-1 17,0-17-17,17 17-15,0 18 16,18-35 31,0 17-16,0 1-15,18-1 15,-18 0-16,18 1 1,17 17 15,-17 0-15</inkml:trace>
  <inkml:trace contextRef="#ctx0" brushRef="#br0" timeOffset="-29770.81">23601 13141 0,'0'18'109,"17"-1"-78,1 19 1</inkml:trace>
  <inkml:trace contextRef="#ctx0" brushRef="#br0" timeOffset="-28166.62">23424 13406 0,'-35'0'62,"35"-36"-30,0 19-17,0-54 1,0 36-1,0 17-15,0-35 16,18-17 0,-1-19 15,-17 37-15,18-37-1,35-87 1,35-18 15,-70 176-15,-18-17-16,17 17 31,1 18-15,0 0 15,17 0 16,-17 0-32,-18 53 17,0-17-1,0-19-16,0 1-15,-71 35 32,18 0-17,36-53-15,-107 53 32,18-36-17,89 1 1,-54-18-1,0 18 17,54-18-17,-36 35 17,0-18-1,53 1-16,-35 17 1,17 1 15,18-19-15,0 19 15,18-1-15,-1-18-1,1 1 1,17 0 0,36-1 15,-54 1-31,1 0 16,17-18-1,1 17 1,-1 1-1,-17-18 1,-1 0 0,1 0 15,0 0-15</inkml:trace>
  <inkml:trace contextRef="#ctx0" brushRef="#br0" timeOffset="-26479.11">21537 13106 0,'0'0'0,"35"-18"15,-17 18 1,17-18 0,-17 1 15,0-1-31,-1 18 31,1 0-15,-1 0-16,19 0 31,-1-18 0,0 18-15,-17 0 15,0 0 0,-18 18-15,0 53 15,0-18-15,0-36-16,-36 36 31,36 0-15,-17-18-1,17-17 1,-18 53 15,0-36 0,-17-35-15,35 17-16,-18 1 47,1-18-16,-1 0 0,18-18-15,0-17 0,-17 35-1,-1-53 17,18 18-17,-35 0 16,17 17-15,18-17 15,0 0-15,0 17-16,0-17 31,0-1 0,0 19-15,0-1 0,0 0-1,35 1 1</inkml:trace>
  <inkml:trace contextRef="#ctx0" brushRef="#br0" timeOffset="-25369.45">21519 13406 0,'0'17'32,"-17"1"-1,-1-18-15,1 17 15,-1-17-16,0 0 17,1 0-17,-19 0 32,19 0-31,-1 0-1,0 0 1,1 0 15,17-17-15,0-1-16,-18 1 31,18-36-15,0 35-1,0-17 1,-18-18 0,18 35-1,0-88 17,0 71-17,0 0 1,0-18-1,0 18 1,0-1 0,18-17 15,0 36-15,-1 17-16,19-36 31,-19 19-16,1-18 1,0 35 15,-1 0 1</inkml:trace>
  <inkml:trace contextRef="#ctx0" brushRef="#br0" timeOffset="-24118.79">21096 13529 0,'0'0'0,"-18"0"16,18 18-1,-17-18 32,-1 0-15,1 0-17,-1 0 16,0 0-15,1 0-16,-19 0 31,19 0 1,-1 0-17,0-18 16,1 0 1,-18 1-17,35-1 17,0 0-17,0-17 1,0 18-1,17-125 17,18 1-1,36-88 0,-18 123-15,-18 36-16,18-124 31,-35 141-31,35-36 31,-36 37-15,-17 34 15,18 18 16</inkml:trace>
  <inkml:trace contextRef="#ctx0" brushRef="#br0" timeOffset="-23233.25">20655 13106 0,'0'17'78,"0"1"-62,0 0 15,0-1-15,-18 19 15,18-19-15,-17 1-16,-1-1 15,1 36 1,17-35 0,-18 0-1,0 17 1,18-17 15,0-1 0,0 1 1</inkml:trace>
  <inkml:trace contextRef="#ctx0" brushRef="#br0" timeOffset="-6700.27">20091 13264 0,'0'-17'328,"0"34"-218,17 1-63,36-18-16,-17 0-16,-19 0 1,36 0 0,-35 0-1,-18 18 142,0-1-142,0 1 32,0 53-31,-18 52 15,0-88-15,1 1-16,-18 34 31,-1-70-16,36 18-15,-17-1 32,-1 1-1,0-18 0,1 0-15,-1 0-1,0 0 1,1 0 0,-19 0-1,19 0 17,-18 0-1,17 0-31,18-18 0,0 1 15,-18-1 1,18 0-16,0 1 0,0-1 0,0 1 16,0-54 15,0 18-15,0 18-1,0 17 1,0 1 15,0-19-15,18 36-1,0-35 1,17 0 0,-18 17-1,19 0 1,-19-17-1,1 18 1,0 17 0,17-18-1,-17 18 17,-1 0-17,1 0 1,0 18-1,-18-1 17,17-17-17</inkml:trace>
  <inkml:trace contextRef="#ctx0" brushRef="#br0" timeOffset="10587.23">18856 16281 0,'35'0'360,"53"17"-345,-70-17-15,35 18 16,53 0 0,-36-1-1,-17-17 1,-53 18-16,36 0 16,-19-1-1,1 18 16,17 18 1,-17 0-17,-1-35 1,-17 0 0,18 17-1,-18-18-15,0 36 31,0 0-15,0-35-16,0 35 16,0 35-1,-18 36 17,1-54-17,-36 18 16,-35 106 1,52-158-17,-69 52 1,52-53-16,-141 124 31,123-106-15,53-36-16,-87 54 31,87-71-31,18 18 31</inkml:trace>
  <inkml:trace contextRef="#ctx0" brushRef="#br0" timeOffset="13101.4">18644 16880 0,'0'18'297,"53"17"-266,-35-35-15,-18 18 0,17 17 15,1-17-15,17 17 15,-35-17-16,36 52 1,-19-34 15,-17-19 16,0 1 0,0 0-31,-17-18 31,-1 0-32,0 0 1,1 0-1,-1 0 17,0-18-1,1 36 110,-1 52-126,-35 106 16,53-105-15,0-36 15,-17-35-15,-1 0 31</inkml:trace>
  <inkml:trace contextRef="#ctx0" brushRef="#br0" timeOffset="14713.78">18397 16986 0,'0'36'344,"0"-19"-313,0 1-15,0-1 15,0 19-16,0-19 32,0 1-15,0 0-1,0-1 16,0-34 46</inkml:trace>
  <inkml:trace contextRef="#ctx0" brushRef="#br0" timeOffset="16056.88">18115 17304 0,'0'-36'16,"0"1"-1,0 18 1,0-1 0,0 0-1,0-17 1,0 17 0,0-17-1,18-35 1,17 17-1,-35 35-15,0 0 16,88-193 0,0-1 15,-70 141-15,88-123-1,-106 159 1,159-141-1,-89 88 1,107 35 15,-36 53 1,-124 0-17,1 17-15,0-17 0,-1 18 16,1-18-16,70 70 15,-53-70 32,-35 18-47</inkml:trace>
  <inkml:trace contextRef="#ctx0" brushRef="#br0" timeOffset="17604.03">17727 16916 0,'-18'0'15,"1"0"17,-1-36-1</inkml:trace>
  <inkml:trace contextRef="#ctx0" brushRef="#br0" timeOffset="19374.2">17268 16951 0,'-35'0'31,"18"0"1,17 18 77,0-1-78,0 19-15,70 16 15,-35-34-15,18 53-1,-35-71 17,17 17-17,-17 1 1,-1 0 15,1-18 0</inkml:trace>
  <inkml:trace contextRef="#ctx0" brushRef="#br0" timeOffset="20506.72">17057 16633 0,'0'53'31,"0"-35"16,0 0-31,0-1 15,0 1-15,53 123 15,-36 18-16,-17 17 1,0-88 0,0 89 15,0-142-15,0-17-16,0-1 31,-17-17 31,-1 0-46,-17 0 15,35-17-15</inkml:trace>
  <inkml:trace contextRef="#ctx0" brushRef="#br0" timeOffset="21933.69">16827 16792 0,'0'18'62,"0"-1"-15,0 1-31,0 141 0,-17-106-1,-18 123 1,17-123-16,0-35 15,18 88 1,-17-54 15,17 90 1,0-125-17,-18 19-15,-53 122 31,36-140-15,35 17 0,-70-17-1,52-18 1,-70 0 0,70 0-1,-35-35-15,-35-1 16,88 19-1,-88-1 1,70 18-16,-70 0 31,53 18 1,17-18-17</inkml:trace>
  <inkml:trace contextRef="#ctx0" brushRef="#br0" timeOffset="23114.65">16510 16863 0,'-18'0'47,"-17"17"-16,17-17 0,18 18-15,0 0-1,0-1 1,0 19 15,0 52-15,36 53 15,-36-53 0,0-70-31,0 17 16,0-17 31</inkml:trace>
  <inkml:trace contextRef="#ctx0" brushRef="#br0" timeOffset="24538.94">16598 16051 0,'-141'18'172,"53"17"-157,70 1-15,-35-19 0,-70 142 32,17-36-17,88-105-15,-158 300 32,35-54-17,-88 124 16,123-247-15,106 36 15,0-142-15,53 36 0,0-54-1,-53 1-15,105 35 31,19 35 1,-71-70-17,-36 17-15,195 0 32,-53-35-1,-71 0-16,36-35 17,-54-18-17,18-53 1,-70 88 0</inkml:trace>
  <inkml:trace contextRef="#ctx0" brushRef="#br0" timeOffset="31186.91">18344 16951 0,'0'18'437,"0"-1"-421,0 19 15,18 16-15,-18-34 15,0 0-16,0-1 32,0 1-15,0 0 30,0-1-15,0 1-16,0 0 0,18 17 1,17-35-1,-35 53 0,0-36 0,0 1-15,0 0 15,0-1 1,0 1 14,0 17-14,0-17-17,0-1 32,0 1 94,18-18-79,-18 18-46,17-1 15,1 36 0,-18-35-15</inkml:trace>
  <inkml:trace contextRef="#ctx0" brushRef="#br0" timeOffset="43195.12">31962 9613 0,'35'0'266,"35"18"-251,-52-18 1,17 0 0,-17 0-1,-18 17 1,18-17-16,-18 18 0,17-18 31,19 35-15,-36 1-1,35 34 17,-17-17-1,17-18-16,-35-17 1,17 0 0,1-1-1,-18 19 1,18-1 15,-18 0-15,17 0-1,1 54 1,-18-72 0,0 36-1,0 18 17,0-54-17,-53 107 1,-17-54-1,-107 54 17,159-106-17,-70 34 1,53-52 0,17 18-16,-17 17 31,17-35-16,-17 18 17,0 0-17,-18-18 17,18 17-17,-1-17 16,1 0-15</inkml:trace>
  <inkml:trace contextRef="#ctx0" brushRef="#br0" timeOffset="44629.11">31574 10495 0,'-18'18'63,"18"-1"-48,-71 72 1,71-72 0,-53 54-1,53-54 1,-52 19 0,16-1 15,-17-17 0,0-1-15,1-17 15,34 0-15,-35 0-1,35 0 16,18-17-15,36-142 15,69 35-15,37-34 15,-54 87-15,-88 36-1,106-18 1,-53 35 0,-36 18-1,54 0 1,-1 18 15,-17-18-15,0 0 15</inkml:trace>
  <inkml:trace contextRef="#ctx0" brushRef="#br0" timeOffset="47193.28">30603 10301 0,'18'0'125,"17"0"-78,18 0-16,-35 0-15,35 0-1,17 0 16,-34 0-15,-19 0 0,36 0-1,-17 0 1,-19 0 15,18 18-15,1-1 15,-19-17-15,-17 18 15,18 0-15,0-1-1,-18 1 1,0 17-1,0-17 1,-18-1 0,0 1-1,-17 0 1,0-18 0,17 0-1,18 17-15,-35 1 31,0-18-15,17 0 0,0 0 15,1 0-15,-1 0 30,0 0-14,1 0 77,-1 35-93,0 1-1,1-36 1,17 17-16,0 1 31,-18-18-15</inkml:trace>
  <inkml:trace contextRef="#ctx0" brushRef="#br0" timeOffset="48404.38">30445 10672 0,'-18'0'16,"18"-18"15,0 0-15,0 1-1,0-1 1,0-53 0,0-34 15,18 69-16,17-70 1,-17 89 0,17-54-1,0 1 1,-17-89 15,-18 141-15,0 1-16,17-107 15,-17 107 1,53-36 15,-53 35-15,18 0-16,53 1 16,-1-19-1,-52 36 1,88-52-1,-89 52 1,36 0 0,0 0-1,-35 17 1,-1 1 0</inkml:trace>
  <inkml:trace contextRef="#ctx0" brushRef="#br0" timeOffset="51513.25">30004 10319 0,'17'0'375,"-17"35"-359,0 0 31,0-17-31,18 0 30,0-1-30,-18 1 15,17-1-15,1-17 0,-18 36-1,0-19 1,0 1 31,18 0-32,-18-1 1,0 1 15,17 0 0,-17-1-15,0-34 172,0-1-173,0 0 1,0 1-1,0-1 1,-17-35 0,17 35 15,-18 1-15,18-18 15,-18 17-16,18-17 32,-17 35-15,17-18-17,-18 18 16,0 0 48,1 0-64,-19 0 16,-16 35 1,34-17-17,18 0-15,-35 70 16,-54 53 31,89-123-47,0-1 0,-35 18 15,18-35 1,-54 71 0,53-71-1,-52 0 1,17 0 0,-18 0-1,1 0 1,34-18-16,-34 1 31,17-1-15,18 18 15</inkml:trace>
  <inkml:trace contextRef="#ctx0" brushRef="#br0" timeOffset="53521.49">28452 9984 0,'0'-18'62,"-18"18"-30,18-18-17,70 18 32,72 36-31,-90-36-1,90 35 1,-54 0 0,18 0-1,-18 1 16,-53-36-15,-17 35 0,17-35-1,-35 18-15,18 17 32,-18-17-1,0 17-16,-36-18 1,1 1 0,17 17-16,18-17 0,-70 17 31,35-17-15,-1 0-1,19-18 1,-1 0 15,18 17 172,0 18-187,0-17-1,35 17 1,-17-35-16,0 0 0,52 53 31,-52-35-15,17 0 0,-35-1-1,18 1 16,17 52-15,-35-34 0,0-19-1,0 1-15,0 0 16,0-1 0,-18 1 30,-35-18-30,1 0 0,-37 0-1,72 0-15,-1-18 16,0 18 0,-17 0 15,17-17-16,1-1 17,-18 0-17</inkml:trace>
  <inkml:trace contextRef="#ctx0" brushRef="#br0" timeOffset="55376.11">28346 10460 0,'-18'-18'109,"0"1"-78,36 17 16,88-36-16,-88 36-31,-1-17 0,71 17 32,-70 0-17,17-18-15,18 18 31,-18 0 1,1 0-17,-19 18 1,-17-1 0,18-17-16,0 36 31,-18-19-31,17 1 47,-17-1-32,0 1 17,0 0-17,-17 35 1,-1-53-1,0 17 1,-17-17 0,35 18-1,-18-18 1,1 0 0,-1 0-1,1 0 16,-1-18-15,-17 18 15,17 0-15,0 18 31,1 0-32,17 52 1,0-35 0,0-17-16,0 0 0,-18 52 31,0-70-15</inkml:trace>
  <inkml:trace contextRef="#ctx0" brushRef="#br0" timeOffset="57638.84">27922 10513 0,'18'70'31,"-36"-140"-31,36 193 31,0-123 63,-18 36-78,17-36-16,1 35 15,17 0-15,71 89 32,17 34-17,-105-105-15,123 159 32,-88-71-1,-53-123-31,0 52 31,0-35-15,0-17-1,0 53 1,-17-54 0,-1-17-1,0 0 32,-35-53-16,-35-123 1,35 88-17,36 70 1,17 1-1,0-19 1,0-34 0,70-54 15,-17-17-15,-35 141-1,-1-18-15,1-52 16,0 35 15,-18-18 0,-36 35 1,19 18-1</inkml:trace>
  <inkml:trace contextRef="#ctx0" brushRef="#br0" timeOffset="58612.01">27640 10495 0</inkml:trace>
  <inkml:trace contextRef="#ctx0" brushRef="#br0" timeOffset="60705.75">26935 10636 0,'17'0'141,"1"-17"-125,17-36 15,-17 35-15,-1 18-1,19 0 1,-19 0-1,19-35 1,-19 35 0,1 0-1,0 0-15,17 0 16,-18 0 0,-17-18-1,36 0 1,-19 18-1,19 0 1,-19 0 15,1 18-15,0-18 15,-1 35-15,-34-17 78,-1 0-79,-35-18 16,35 0 1,1 0-17,-36 0 17,0-18-17,18 18 1,17-35-1,0 17 1,1 18 31,-19 0-31,36 53 46,0-18-46,0-17-1,0 0 1,0-1 15,0 1 0,0 0-15,-17 52 0,17-17-1,-18-18-15,18-17 0,-53 141 32,18-71-17,-18-18 1,18-17-1</inkml:trace>
  <inkml:trace contextRef="#ctx0" brushRef="#br0" timeOffset="62267.16">26987 9842 0,'-141'0'78,"124"0"-63,-19 0-15,1 0 16,-35 18 0,34 0-16,19-18 0,-1 35 15,-35 0-15,36-35 16,-19 36-16,36-19 0,-106 107 16,-70 52 15,141-141-16,17 1-15,-141 193 16,142-211 0,-71 193-1,52-123 1,36 1 0,0 52 15,18-35-16,35 105 17,-53-158-17,0-35-15,35 141 16,-35-124 0,35 71-1,18 0 16,-35-89-15,88 1 0,-71-18-1</inkml:trace>
  <inkml:trace contextRef="#ctx0" brushRef="#br0" timeOffset="-179274.82">22119 8361 0,'18'0'203,"-1"0"-187,19 0 0,17 17-1,-36-17 1,19 0-1,-36 18 1,35 0 0,0-1 15,-17 1-15,-18 17 15,17-17-16,1 0 17,-18-1-1,0 1-15,0-1-1,0 19 1,-18-36-1,18 17 1,0 1-16,-17 0 31,-19-18 1,19 17-17,-1 1 1,-35-18 15,18 0-15,0 0-1,-1 0 1,1 0 0,18 0-1,-1 0-15,-17 0 31,17 0 1,-17-18-17</inkml:trace>
  <inkml:trace contextRef="#ctx0" brushRef="#br0" timeOffset="-177411.7">21925 8343 0,'0'-17'47,"0"34"62,0 1-93,0-1-16,0 36 31,0-35-15,0 17-1,0 1 17,0-1-17,0-18 17,0 36-1,0-35-16,0 0-15,0-1 32,0 1-17,-18-18 95,1 0-95,-1 0-15,-17-35 32,17 17-17,1 0-15,-1 18 0,0-35 31,-17-18-15,17 36 31,18-1-16,-17 18-15,17 18 93,0 34-93,-35 1-1,17-17 1,18 17 15,0-36 16,-35 1-31,17 70 15,-35 0-15,53-52-1,-18-19-15</inkml:trace>
  <inkml:trace contextRef="#ctx0" brushRef="#br0" timeOffset="-176076.88">21502 8326 0,'0'35'234,"0"53"-218,0-53 15,0-17 110</inkml:trace>
  <inkml:trace contextRef="#ctx0" brushRef="#br0" timeOffset="-174242.04">21061 8361 0,'0'35'0,"0"-70"0,35 88 157,36-18-142,-18 0 1,-1 36 15,-34-71-15,0 0-1,-18 17 1,17 1 0,1 0 15,-18-1-16,18 1 1,-1 0 0,1-1 15,-18 1-15,0-36 46,-18 1-46,1-19-1,-1 19 1,0 17-16,1-18 0,17 0 16,-36 18-1,36-17 1,-17-1-1,-1-17 17,1 17-1,-19 1-15,19-19 15,-19 36-16,19-17 17,-1 17-17,0 0 32,1 0-31,17 35 15,0 18-15,0 106 15,0-89-15,0-34-1,0-1 1,-18-35-16,18 35 15,-35-17 1,-124 52 15,-53-34-15,89-1 0,-18-18-1,123-17 16</inkml:trace>
  <inkml:trace contextRef="#ctx0" brushRef="#br0" timeOffset="-172175.01">21590 8361 0,'0'17'156,"-18"19"-94,1-19-46,17 1 15,-18 0-15,-17 35-1,17-36 17,1 1-17,17-1 1,0 1 0,0 0 15,-18-1-16,18 19 1,-18-19 0,1 1-1,17 0 17,0-1-1,0 1-16</inkml:trace>
  <inkml:trace contextRef="#ctx0" brushRef="#br0" timeOffset="-169376.72">19703 8290 0,'-18'36'250,"0"-36"-219,1 0 32,-1 0-16,18 17 218,0 1-249,0-1-16,0 19 31,-18-36-15,18 17 15,-35 1 63,35 0-78,-35 35 15,35-36-16,0 1 157,0-1-125,18 1-31,17-18 15,-18 0-15,1 0-1,0 18 1,17 17 15,-17-35-15,-1 0-1,1 18 1,0-1 15,-1 1-15,-17 0 0,18-1-1,-18 36 32,0-35-31,-18-18-1,1 17 1,-1-17 0,0 0-1,1 0 1,-1 0-1,-17 0 17,-1 0-1,1 0-15,0 18-1,-18-18 1,18 0-1,17 0 1,0 0 15,1 0-15</inkml:trace>
  <inkml:trace contextRef="#ctx0" brushRef="#br0" timeOffset="-167917.84">19385 8378 0,'0'18'125,"0"17"-94,0-17-15,0 17-1,0-17 1,0 0 0,0-1-1,0 1 32,-18-18 109,1 0-124,-36 0-1,0-18-16,35 1 1,1-1-16,-54-35 16,71 71 109,0-1-110,0 1 1,0 17 0,0-17-1,0 35 16,0-36 1,0 19 15,-17-36-32,-1 17 1,18 36 15</inkml:trace>
  <inkml:trace contextRef="#ctx0" brushRef="#br0" timeOffset="-166789.05">18856 8290 0</inkml:trace>
  <inkml:trace contextRef="#ctx0" brushRef="#br0" timeOffset="-165681.38">18768 8361 0,'0'17'31,"-18"1"-15,18 17 15,0 1-15,0-19 0,0 36-1,0-35 1,0 17-1,0-17 1,18-1 0,-18 36-1,0-17 1,0-19 0,0 19-1,0-1 1,-36 71 15,19-106-31,-248 141 31,71-35-15,0-54 0,88 1-1,89-35-15,-1-18 16</inkml:trace>
  <inkml:trace contextRef="#ctx0" brushRef="#br0" timeOffset="-164215.76">18097 8819 0,'0'-35'203,"36"0"-172,-36 0-15,53-36-1,0 36 16,-18 17 16,-17 18-15,17 0-17,0 0 1,-17 0-1,17 35 17,0 1-1,-35-19-15,0 36-1,0-17 1,0-19-16,0 1 15,-17 52 1,17-17 15,-36 0-15,19-53 0,-1 35-1,0-35-15</inkml:trace>
  <inkml:trace contextRef="#ctx0" brushRef="#br0" timeOffset="-163237.86">18239 8872 0,'0'36'282,"0"-19"-267,-18-17 1</inkml:trace>
  <inkml:trace contextRef="#ctx0" brushRef="#br0" timeOffset="-161662.75">17233 8467 0,'18'0'109,"70"17"-93,35 19 0,-87-36-1,-1 0-15,89 70 32,-107-70-17,18 0 1,-17 35-1,17 1 1,1 34 15,-1-34-15,-17-36 0,-18 35 15,0 0-16,-71 0 17,-17-17-1,35-18 0,35 0 0,1 0-15,17-35 0,0-1-1,0 19-15,0-1 32,0 1-1,-18 17 31,18 17-46,-18 1 0,1 35-1,-1-36 1,18 1-1,0 0-15,0-1 32</inkml:trace>
  <inkml:trace contextRef="#ctx0" brushRef="#br0" timeOffset="-159789.76">17268 8608 0,'0'-18'94,"0"0"-63,0 54 16,36 17-31,-36-18-1,0 0 1,0-17-1,0 0 32,0-1 16,0 1-48,0-1 17,-18-17 108,0-17-108,18-1-1,-17 1-16,-1 17 1,1-18 15,-1 18 79,0 0-79,1 0 47,17 18-15,0 34-32,0-34-31,17-18 15,1 18 1</inkml:trace>
  <inkml:trace contextRef="#ctx0" brushRef="#br0" timeOffset="-158353.59">16951 8714 0,'0'-18'0,"0"-53"15,0 18 17,0-17-1,0 52-15,0-35 15,0-35 0,0 71-15,0-1-1,0-35 1,18 0 15,-1 35-15,1-34-1,17-1 1,-17 35 0,-18 0-16,35-17 31,0 35-15,18-18-1,0 18 1,18 0-1,-18 0 1,-18 36 0,-17-19-1,17-17 1,-35 36 15</inkml:trace>
  <inkml:trace contextRef="#ctx0" brushRef="#br0" timeOffset="-156078.75">16704 8572 0,'0'18'16,"-53"17"15,0-17 0,18-18 1,17 0-1,1 0-15,-1 0 15,18 18 141,0-1-157,0 19-15,18-1 32,-18-17-17,17 17 1,19 18 15,-36-36-15,35 19 15,-18-36-15,-17 17-1,18 1 1,17 0-1,-35-1 1,18-17 15</inkml:trace>
  <inkml:trace contextRef="#ctx0" brushRef="#br0" timeOffset="-154317.78">16369 8414 0,'0'17'187,"-18"36"-171,18 0 15,0-35-15,0-1 15,0 1-15,0 17 15,0-17 0,0 17-15,0-17 15,0 35 0,-17 35 0,17-70 1,-18 17-17,18-70 63</inkml:trace>
  <inkml:trace contextRef="#ctx0" brushRef="#br0" timeOffset="-153053.96">16087 8484 0,'0'18'281,"0"0"-249,0-1 15,0 1-1,17-18-30,-17 17-16,0 1 31,0 0-15,18-18-16,0 17 31</inkml:trace>
  <inkml:trace contextRef="#ctx0" brushRef="#br0" timeOffset="-133485.83">15293 7902 0,'0'18'484,"18"-1"-468,-1 19 15,1-1-16,-18-17 1,0-1 0,35 19 15,-35-1-15,35-17-1,1-1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1626EB0-EC1C-B5D2-D880-9A957F92A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D5924F3-4E59-CCD3-6D19-47D2DE825E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AD24772-3EE6-E79F-01EC-26339906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A2C22CC-BDDE-2F0C-4AFA-004081F41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3A6C5EE-5439-917A-C32E-FEF11689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8263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DD1866-6628-F145-74E8-CA5C9EDC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3FEBC05-A81F-5319-50B6-B59E690A8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4BBCA7A-472D-7203-77B2-F67C7427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18B55A4-0D5E-983D-4D5E-FEC3989B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599CCB1-708A-C700-B8A9-32271DE4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4434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EC07B7-D242-304E-F5CD-E30D22FF8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2034CA6-F121-D222-4ACF-069E38F34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62471BC-C1A9-83EA-CDD0-58144F325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D53F1DA-138E-0F66-26A0-819E87E1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ED56DCC-4B98-0282-D42D-056AB41DF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37093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6AFF0E-8BE0-0315-ED8B-EF33D8B79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0F42B34-122B-EDCB-CEC0-4C800D64CC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5F614B7A-9085-E6A3-054F-4FFE4DF5B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CA1B182-D4E5-5F27-1CD7-C418EDC4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C25DC2C-45E7-36A5-F794-C0E456DC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08FD039-62DF-2FEE-B3D2-584E8B67C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6906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D2BEFF-D8F7-D977-3206-5F90D501A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D00ACDE-B44D-2CDC-4335-BF4B3C5EA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6EFE9D9-9610-FB87-E2D3-62F43C782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DEDCAD9A-A70A-8D14-516C-30CAAB54C1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88BCF74-F1FE-802C-FD8A-5D28ABFFE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6DD3682-A8BD-3701-0304-9504659B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3E32F7A-C8FC-1ABE-6B9B-571018EA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B8137AC-3B32-7262-7E2E-571E1AD8A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3010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7B2216-3A84-41F7-C01F-C060D8A7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5F47184-4C08-4058-138F-EDD54A607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BCCE7F80-8E4E-C2AE-9172-9E5A47404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5A3AB1D-DEDC-3EE8-EF37-2CAC0B13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01757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AEA440C-45E8-BEB8-5382-B86FA1DAA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B4199D3-CC08-2675-3D73-5B7E1B2F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B9F2521-2C2E-BACF-8DC6-61152F3B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6406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0A2B95-FC08-A3FB-10CE-CE71A1A29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08B1205-3707-4130-58DB-086F814A7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4E464EF-2280-AB20-9EE6-108851B9E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886A442-0DDA-C4B0-94C2-DD8648CE4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F967579-6977-F76F-792B-8AA68C1B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C1F62C8-DE41-0137-09C7-FDA8A1063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50937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46071B9-4A32-B0C3-4A79-06285C88A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5ED18565-5DF5-7047-75B7-5B752F3296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A22921D-8B05-4999-7178-DFF1FB34C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2CB3F60-7FB9-EB05-5248-CF90E18E6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CA0B947-B489-F3A7-182E-D8678F5CE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5C37A62-5EFE-5FBB-A5FB-114B31B8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1834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A1215DF-FAF2-2B6B-D795-0A5186917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5E91859-4A13-FC1C-8CA4-F70917B50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09FEDCD-96AE-6CF9-F888-EC4B0EE50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022C478-6451-3799-520C-70117A9C9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64AAA08-E3C9-81A2-4890-8AE440B8E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4959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1404538-BA21-A89C-889A-291A2A21B6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01D7A0EF-C74E-7A3E-8425-858F76EC4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0921D77-2AEE-433C-C570-E0FBD0E91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09FCB6E-514E-E17A-38DA-091AD20BB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D6B6803-62C0-9F4A-73D1-91D1AC7B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6451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F370A56B-EDD0-CDF8-794E-F80DAEC8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EFECBB6-9FE2-09DB-49D1-D67BF2611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F62BBAA-F240-3002-7DDD-F6D9A1E32B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F7493-2B20-4F0D-9CAF-BEF197198F94}" type="datetimeFigureOut">
              <a:rPr lang="he-IL" smtClean="0"/>
              <a:t>כ"ט/שבט/תשפ"ו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CD4BFE6-AA51-3788-4B69-4EC6ABB345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15FF3B0-1F43-28F8-0F51-402264CEA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0E109-76A2-48ED-8D52-3B4EFA6D0EB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1803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דיו 3">
                <a:extLst>
                  <a:ext uri="{FF2B5EF4-FFF2-40B4-BE49-F238E27FC236}">
                    <a16:creationId xmlns:a16="http://schemas.microsoft.com/office/drawing/2014/main" id="{0BEE0590-ABC1-F8C5-5B21-8B3E484A873F}"/>
                  </a:ext>
                </a:extLst>
              </p14:cNvPr>
              <p14:cNvContentPartPr/>
              <p14:nvPr/>
            </p14:nvContentPartPr>
            <p14:xfrm>
              <a:off x="1970955" y="819704"/>
              <a:ext cx="8820360" cy="4769280"/>
            </p14:xfrm>
          </p:contentPart>
        </mc:Choice>
        <mc:Fallback xmlns="">
          <p:pic>
            <p:nvPicPr>
              <p:cNvPr id="4" name="דיו 3">
                <a:extLst>
                  <a:ext uri="{FF2B5EF4-FFF2-40B4-BE49-F238E27FC236}">
                    <a16:creationId xmlns:a16="http://schemas.microsoft.com/office/drawing/2014/main" id="{0BEE0590-ABC1-F8C5-5B21-8B3E484A87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61595" y="810344"/>
                <a:ext cx="8839080" cy="478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7688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id="{7C45C209-C1DD-0D87-83F4-F49B40B0F96A}"/>
                  </a:ext>
                </a:extLst>
              </p14:cNvPr>
              <p14:cNvContentPartPr/>
              <p14:nvPr/>
            </p14:nvContentPartPr>
            <p14:xfrm>
              <a:off x="76320" y="0"/>
              <a:ext cx="12027240" cy="652824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7C45C209-C1DD-0D87-83F4-F49B40B0F9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60" y="-9360"/>
                <a:ext cx="12045960" cy="654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007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88288-2780-9644-BDDD-F1F674F3F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id="{8E7B717B-3B7D-AF7A-5CAB-F5ACE42A0B22}"/>
                  </a:ext>
                </a:extLst>
              </p14:cNvPr>
              <p14:cNvContentPartPr/>
              <p14:nvPr/>
            </p14:nvContentPartPr>
            <p14:xfrm>
              <a:off x="1650960" y="196920"/>
              <a:ext cx="10458720" cy="665496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8E7B717B-3B7D-AF7A-5CAB-F5ACE42A0B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1600" y="187560"/>
                <a:ext cx="10477440" cy="667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8855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98E8B-BAF0-2949-24D1-9E5703E61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id="{C1337526-5A63-A3D4-CB28-83CA71D88A2F}"/>
                  </a:ext>
                </a:extLst>
              </p14:cNvPr>
              <p14:cNvContentPartPr/>
              <p14:nvPr/>
            </p14:nvContentPartPr>
            <p14:xfrm>
              <a:off x="1689120" y="63360"/>
              <a:ext cx="7125120" cy="678852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C1337526-5A63-A3D4-CB28-83CA71D88A2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9760" y="54000"/>
                <a:ext cx="7143840" cy="680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2418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7046-656E-0C72-63C2-73F526E1A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דיו 1">
                <a:extLst>
                  <a:ext uri="{FF2B5EF4-FFF2-40B4-BE49-F238E27FC236}">
                    <a16:creationId xmlns:a16="http://schemas.microsoft.com/office/drawing/2014/main" id="{37498294-B169-6FCE-9E19-84545273DEB0}"/>
                  </a:ext>
                </a:extLst>
              </p14:cNvPr>
              <p14:cNvContentPartPr/>
              <p14:nvPr/>
            </p14:nvContentPartPr>
            <p14:xfrm>
              <a:off x="1098720" y="114120"/>
              <a:ext cx="10776240" cy="6407640"/>
            </p14:xfrm>
          </p:contentPart>
        </mc:Choice>
        <mc:Fallback xmlns="">
          <p:pic>
            <p:nvPicPr>
              <p:cNvPr id="2" name="דיו 1">
                <a:extLst>
                  <a:ext uri="{FF2B5EF4-FFF2-40B4-BE49-F238E27FC236}">
                    <a16:creationId xmlns:a16="http://schemas.microsoft.com/office/drawing/2014/main" id="{37498294-B169-6FCE-9E19-84545273DE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9360" y="104760"/>
                <a:ext cx="10794960" cy="642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416394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מסך רחב</PresentationFormat>
  <Paragraphs>0</Paragraphs>
  <Slides>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Tamar Sakat</dc:creator>
  <cp:lastModifiedBy>Tamar Sakat</cp:lastModifiedBy>
  <cp:revision>2</cp:revision>
  <dcterms:created xsi:type="dcterms:W3CDTF">2026-02-05T23:25:38Z</dcterms:created>
  <dcterms:modified xsi:type="dcterms:W3CDTF">2026-02-16T12:10:43Z</dcterms:modified>
</cp:coreProperties>
</file>